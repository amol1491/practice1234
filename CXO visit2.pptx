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0"/>
  </p:notesMasterIdLst>
  <p:handoutMasterIdLst>
    <p:handoutMasterId r:id="rId11"/>
  </p:handoutMasterIdLst>
  <p:sldIdLst>
    <p:sldId id="256" r:id="rId6"/>
    <p:sldId id="257" r:id="rId7"/>
    <p:sldId id="259" r:id="rId8"/>
    <p:sldId id="261" r:id="rId9"/>
  </p:sldIdLst>
  <p:sldSz cx="6858000" cy="9906000" type="A4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711A45-85E5-FE56-5F86-763CF6B18DDF}" v="8" dt="2023-05-24T07:13:42.910"/>
    <p1510:client id="{534F0D03-9BA6-B1CB-6856-FBD9323CD6B9}" v="1719" dt="2023-05-25T06:28:43.014"/>
    <p1510:client id="{7C709EAB-A8FC-17C9-BCB5-C99EAE3416EA}" v="599" dt="2023-05-26T07:26:51.642"/>
    <p1510:client id="{95C61CD2-8404-4AD2-9D2F-4276BE3733CB}" v="3" dt="2023-05-24T09:23:55.292"/>
    <p1510:client id="{AB27A730-F625-E0BD-0FC4-480BA35088B5}" v="1806" dt="2023-06-19T18:45:31.716"/>
    <p1510:client id="{BA078C46-B462-58CA-EF43-79D0A9ACD04B}" v="315" dt="2023-05-29T05:30:08.269"/>
    <p1510:client id="{C7223240-C061-4036-9FA8-947F26CCC3D0}" v="403" dt="2023-05-24T05:58:38.444"/>
    <p1510:client id="{D0B67227-8498-8886-F379-E169FDCB9EED}" v="1110" dt="2023-05-23T11:27:18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21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 txBox="1">
            <a:spLocks noGrp="1"/>
          </p:cNvSpPr>
          <p:nvPr>
            <p:ph type="hdr" sz="quarter"/>
          </p:nvPr>
        </p:nvSpPr>
        <p:spPr>
          <a:xfrm>
            <a:off x="1" y="0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t" anchorCtr="0" compatLnSpc="0">
            <a:noAutofit/>
          </a:bodyPr>
          <a:lstStyle/>
          <a:p>
            <a:pPr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quarter" idx="1"/>
          </p:nvPr>
        </p:nvSpPr>
        <p:spPr>
          <a:xfrm>
            <a:off x="3967904" y="0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t" anchorCtr="0" compatLnSpc="0">
            <a:noAutofit/>
          </a:bodyPr>
          <a:lstStyle/>
          <a:p>
            <a:pPr algn="r"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2"/>
          </p:nvPr>
        </p:nvSpPr>
        <p:spPr>
          <a:xfrm>
            <a:off x="1" y="8831583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b" anchorCtr="0" compatLnSpc="0">
            <a:noAutofit/>
          </a:bodyPr>
          <a:lstStyle/>
          <a:p>
            <a:pPr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3"/>
          </p:nvPr>
        </p:nvSpPr>
        <p:spPr>
          <a:xfrm>
            <a:off x="3967904" y="8831583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b" anchorCtr="0" compatLnSpc="0">
            <a:noAutofit/>
          </a:bodyPr>
          <a:lstStyle/>
          <a:p>
            <a:pPr algn="r"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80B4647-543A-42EE-B08C-A1295F26AD4B}" type="slidenum">
              <a:pPr algn="r" defTabSz="890320" hangingPunct="0">
                <a:defRPr sz="14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‹#›</a:t>
            </a:fld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728626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 idx="2"/>
          </p:nvPr>
        </p:nvSpPr>
        <p:spPr>
          <a:xfrm>
            <a:off x="2644775" y="776288"/>
            <a:ext cx="2654300" cy="38354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3"/>
          </p:nvPr>
        </p:nvSpPr>
        <p:spPr>
          <a:xfrm>
            <a:off x="794512" y="4857182"/>
            <a:ext cx="6355729" cy="46013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ヘッダー プレースホルダー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idx="1"/>
          </p:nvPr>
        </p:nvSpPr>
        <p:spPr>
          <a:xfrm>
            <a:off x="4496958" y="0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4"/>
          </p:nvPr>
        </p:nvSpPr>
        <p:spPr>
          <a:xfrm>
            <a:off x="0" y="9714737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5"/>
          </p:nvPr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CF56D0BC-BB14-4994-982F-3C776F1A1AA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3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uFillTx/>
        <a:latin typeface="Arial" pitchFamily="18"/>
        <a:ea typeface="Microsoft YaHe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>
          <a:xfrm>
            <a:off x="0" y="1"/>
            <a:ext cx="361" cy="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87633" tIns="43813" rIns="87633" bIns="43813" anchor="t" anchorCtr="0" compatLnSpc="1">
            <a:noAutofit/>
          </a:bodyPr>
          <a:lstStyle/>
          <a:p>
            <a:pPr defTabSz="89032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2F2CE5D-E268-4859-806B-862C4F2F9550}" type="slidenum">
              <a:pPr defTabSz="89032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700" kern="0">
              <a:solidFill>
                <a:srgbClr val="000000"/>
              </a:solidFill>
              <a:latin typeface="游ゴシック"/>
            </a:endParaRPr>
          </a:p>
        </p:txBody>
      </p:sp>
      <p:sp>
        <p:nvSpPr>
          <p:cNvPr id="3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DE1D93D-5EBD-4CA8-A9BF-20DC25B5D2B4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4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5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0" y="1"/>
            <a:ext cx="361" cy="360"/>
          </a:xfrm>
        </p:spPr>
        <p:txBody>
          <a:bodyPr lIns="87633" tIns="43813" rIns="87633" bIns="43813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67906E5-61F2-4E0C-90C5-935C974A0C7D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46363" y="776288"/>
            <a:ext cx="2652712" cy="383381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/>
          <p:cNvSpPr txBox="1">
            <a:spLocks noGrp="1"/>
          </p:cNvSpPr>
          <p:nvPr>
            <p:ph type="body" sz="quarter" idx="1"/>
          </p:nvPr>
        </p:nvSpPr>
        <p:spPr>
          <a:xfrm>
            <a:off x="794512" y="4857182"/>
            <a:ext cx="6355729" cy="4601716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A228B15-BD4C-4B1F-9B80-B45A3E5F39F0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298700" y="706438"/>
            <a:ext cx="2411413" cy="348456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/>
          <p:cNvSpPr txBox="1">
            <a:spLocks noGrp="1"/>
          </p:cNvSpPr>
          <p:nvPr>
            <p:ph type="body" sz="quarter" idx="1"/>
          </p:nvPr>
        </p:nvSpPr>
        <p:spPr>
          <a:xfrm>
            <a:off x="701040" y="4415788"/>
            <a:ext cx="5607956" cy="418337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ctrTitle"/>
          </p:nvPr>
        </p:nvSpPr>
        <p:spPr>
          <a:xfrm>
            <a:off x="857250" y="1620838"/>
            <a:ext cx="5143499" cy="3449638"/>
          </a:xfrm>
        </p:spPr>
        <p:txBody>
          <a:bodyPr anchor="b" anchorCtr="1"/>
          <a:lstStyle>
            <a:lvl1pPr algn="ctr"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サブタイトル 2"/>
          <p:cNvSpPr txBox="1">
            <a:spLocks noGrp="1"/>
          </p:cNvSpPr>
          <p:nvPr>
            <p:ph type="subTitle" idx="1"/>
          </p:nvPr>
        </p:nvSpPr>
        <p:spPr>
          <a:xfrm>
            <a:off x="857250" y="5202241"/>
            <a:ext cx="5143499" cy="2392363"/>
          </a:xfrm>
        </p:spPr>
        <p:txBody>
          <a:bodyPr anchorCtr="1"/>
          <a:lstStyle>
            <a:lvl1pPr algn="ctr">
              <a:buNone/>
              <a:defRPr lang="ja-JP" sz="2400"/>
            </a:lvl1pPr>
          </a:lstStyle>
          <a:p>
            <a:pPr lvl="0"/>
            <a:r>
              <a:rPr lang="ja-JP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93CE35-E580-4471-8060-588EFCB256D8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5E26A43-ED0D-4D67-8DE0-C9D9309C96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29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86C050-1828-4FE1-B1EB-98C154F5341B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73A517-7AA9-4C65-8AA2-06D120136A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3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68309" y="2470151"/>
            <a:ext cx="5915025" cy="4119564"/>
          </a:xfrm>
        </p:spPr>
        <p:txBody>
          <a:bodyPr anchor="b"/>
          <a:lstStyle>
            <a:lvl1pPr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68309" y="6629400"/>
            <a:ext cx="5915025" cy="2166935"/>
          </a:xfrm>
        </p:spPr>
        <p:txBody>
          <a:bodyPr/>
          <a:lstStyle>
            <a:lvl1pPr>
              <a:buNone/>
              <a:defRPr lang="ja-JP"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215ED8-49C6-4D48-AF78-EAAC79559115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3C6F54-1720-437E-BABD-E0A6DCA10F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471492" y="2636836"/>
            <a:ext cx="2881310" cy="6284908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3505196" y="2636836"/>
            <a:ext cx="2881310" cy="6284908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28D367-B648-4C0D-A0F4-22E7766A15BA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39D829-8C3B-4E66-9BA4-6DCC29811F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87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527051"/>
            <a:ext cx="5915025" cy="1914525"/>
          </a:xfrm>
        </p:spPr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73073" y="2428874"/>
            <a:ext cx="2900367" cy="1189040"/>
          </a:xfrm>
        </p:spPr>
        <p:txBody>
          <a:bodyPr anchor="b"/>
          <a:lstStyle>
            <a:lvl1pPr>
              <a:buNone/>
              <a:defRPr lang="ja-JP"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473073" y="3617915"/>
            <a:ext cx="2900367" cy="5322886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テキスト プレースホルダー 4"/>
          <p:cNvSpPr txBox="1">
            <a:spLocks noGrp="1"/>
          </p:cNvSpPr>
          <p:nvPr>
            <p:ph type="body" idx="3"/>
          </p:nvPr>
        </p:nvSpPr>
        <p:spPr>
          <a:xfrm>
            <a:off x="3471867" y="2428874"/>
            <a:ext cx="2916241" cy="1189040"/>
          </a:xfrm>
        </p:spPr>
        <p:txBody>
          <a:bodyPr anchor="b"/>
          <a:lstStyle>
            <a:lvl1pPr>
              <a:buNone/>
              <a:defRPr lang="ja-JP"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コンテンツ プレースホルダー 5"/>
          <p:cNvSpPr txBox="1">
            <a:spLocks noGrp="1"/>
          </p:cNvSpPr>
          <p:nvPr>
            <p:ph idx="4"/>
          </p:nvPr>
        </p:nvSpPr>
        <p:spPr>
          <a:xfrm>
            <a:off x="3471867" y="3617915"/>
            <a:ext cx="2916241" cy="5322886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7" name="日付プレースホルダー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F9180B1-3B4E-45A1-AD3F-603F9154C124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8" name="フッター プレースホルダー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スライド番号プレースホルダー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E6DEB6-5233-4E66-8E21-73661F885A2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8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D71C2C-DEB3-4413-A335-EAA165BCCB21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CFB29A1-FB1F-4B4B-B70F-EED9286406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3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A3C720-797E-4E99-ADEF-CCBFED33C2B1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3" name="フッター プレースホルダー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スライド番号プレースホルダー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149132-DAC9-4BB7-885E-044EB7727B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91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 anchor="b"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lang="ja-JP" sz="3200"/>
            </a:lvl1pPr>
            <a:lvl2pPr>
              <a:defRPr lang="ja-JP" sz="2800"/>
            </a:lvl2pPr>
            <a:lvl3pPr>
              <a:defRPr lang="ja-JP" sz="2400"/>
            </a:lvl3pPr>
            <a:lvl4pPr>
              <a:defRPr lang="ja-JP" sz="2000"/>
            </a:lvl4pPr>
            <a:lvl5pPr>
              <a:defRPr lang="ja-JP" sz="2000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buNone/>
              <a:defRPr lang="ja-JP"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F99031-8CC0-40B5-A795-DE44F9FD5177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E360D4-8126-4328-B4AE-D159ABB85E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0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 anchor="b"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図プレースホルダー 2"/>
          <p:cNvSpPr txBox="1">
            <a:spLocks noGrp="1"/>
          </p:cNvSpPr>
          <p:nvPr>
            <p:ph type="pic"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buNone/>
              <a:defRPr lang="ja-JP"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5CC29F-9D76-48EA-A0AE-043E10CC356F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7E96A6-78AB-44B1-A2AE-808D512EFB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1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F3B601-BD02-4462-9BFF-97B30CC945CD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34C8D40-B6B9-4ED1-A98B-2D1E16D927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0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 txBox="1">
            <a:spLocks noGrp="1"/>
          </p:cNvSpPr>
          <p:nvPr>
            <p:ph type="title" orient="vert"/>
          </p:nvPr>
        </p:nvSpPr>
        <p:spPr>
          <a:xfrm>
            <a:off x="4908554" y="527051"/>
            <a:ext cx="1477963" cy="8394704"/>
          </a:xfrm>
        </p:spPr>
        <p:txBody>
          <a:bodyPr vert="eaVert"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>
          <a:xfrm>
            <a:off x="471492" y="527051"/>
            <a:ext cx="4284658" cy="8394704"/>
          </a:xfrm>
        </p:spPr>
        <p:txBody>
          <a:bodyPr vert="eaVert"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7F786E-C4F4-461E-B3FA-BA3DE8935D30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89EF69-ED22-447E-AE2B-257A0FC6335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42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ctrTitle"/>
          </p:nvPr>
        </p:nvSpPr>
        <p:spPr>
          <a:xfrm>
            <a:off x="857250" y="1620838"/>
            <a:ext cx="5143499" cy="3449638"/>
          </a:xfrm>
        </p:spPr>
        <p:txBody>
          <a:bodyPr anchorCtr="1"/>
          <a:lstStyle>
            <a:lvl1pPr algn="ctr"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サブタイトル 2"/>
          <p:cNvSpPr txBox="1">
            <a:spLocks noGrp="1"/>
          </p:cNvSpPr>
          <p:nvPr>
            <p:ph type="subTitle" idx="1"/>
          </p:nvPr>
        </p:nvSpPr>
        <p:spPr>
          <a:xfrm>
            <a:off x="857250" y="5202241"/>
            <a:ext cx="5143499" cy="2392363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ja-JP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72D95B-4AE1-4ADE-8E5D-768E1B385CEA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678BC4-61A4-463A-B1FA-25293BEDEE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7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609B246-E284-407D-8125-86482BAECA3B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E61B13-C1A2-4497-99A1-ACF04C3691E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73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68309" y="2470151"/>
            <a:ext cx="5915025" cy="4119564"/>
          </a:xfrm>
        </p:spPr>
        <p:txBody>
          <a:bodyPr/>
          <a:lstStyle>
            <a:lvl1pPr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68309" y="6629400"/>
            <a:ext cx="5915025" cy="216693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86736E-D4B3-42F0-8A42-395EA671F3A9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E23BD3-DFC8-4F78-B636-3F398C90CB5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87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342900" y="2317747"/>
            <a:ext cx="3009903" cy="653732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3505196" y="2317747"/>
            <a:ext cx="3009903" cy="653732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DFD2FC-78D7-4126-A283-74017D7EB3E3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603EF18-2597-483E-8722-A4EC70081D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78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527051"/>
            <a:ext cx="5915025" cy="1914525"/>
          </a:xfrm>
        </p:spPr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73073" y="2428874"/>
            <a:ext cx="2900367" cy="1189040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473073" y="3617915"/>
            <a:ext cx="2900367" cy="53228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テキスト プレースホルダー 4"/>
          <p:cNvSpPr txBox="1">
            <a:spLocks noGrp="1"/>
          </p:cNvSpPr>
          <p:nvPr>
            <p:ph type="body" idx="3"/>
          </p:nvPr>
        </p:nvSpPr>
        <p:spPr>
          <a:xfrm>
            <a:off x="3471867" y="2428874"/>
            <a:ext cx="2916241" cy="1189040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コンテンツ プレースホルダー 5"/>
          <p:cNvSpPr txBox="1">
            <a:spLocks noGrp="1"/>
          </p:cNvSpPr>
          <p:nvPr>
            <p:ph idx="4"/>
          </p:nvPr>
        </p:nvSpPr>
        <p:spPr>
          <a:xfrm>
            <a:off x="3471867" y="3617915"/>
            <a:ext cx="2916241" cy="53228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7" name="日付プレースホルダー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28B985A-88FA-455C-AFC4-54F2B7F1E16F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8" name="フッター プレースホルダー 7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スライド番号プレースホルダー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D5B68B-7709-4382-830B-47039C85FB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51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BBA3CB-54FC-4ABE-AC03-EB89974706CB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F15C7CD-A190-4F61-9D8F-D825220D128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3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B9E615-CE7C-4DAE-9E81-48E1AF900072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3" name="フッター プレースホルダー 2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スライド番号プレースホルダー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61D567-45FA-4FB1-8AEE-63444C9BF4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4133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C28203-7BE1-4470-8F20-48182C366EE4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B91EEEC-141E-4CAD-A4C2-C6D0995B00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19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図プレースホルダー 2"/>
          <p:cNvSpPr txBox="1">
            <a:spLocks noGrp="1"/>
          </p:cNvSpPr>
          <p:nvPr>
            <p:ph type="pic"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lang="en-US" sz="3200"/>
            </a:lvl1pPr>
          </a:lstStyle>
          <a:p>
            <a:pPr lvl="0"/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5CD7BA-6E2F-4BBB-9478-9971AE9BD33B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C82623-33FB-49C0-95F0-0B1260D44C5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68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1C9433-3207-4051-827F-E7575F1D6E7C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6CC3B12-A59A-4844-B225-44A162334B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081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 txBox="1">
            <a:spLocks noGrp="1"/>
          </p:cNvSpPr>
          <p:nvPr>
            <p:ph type="title" orient="vert"/>
          </p:nvPr>
        </p:nvSpPr>
        <p:spPr>
          <a:xfrm>
            <a:off x="4972050" y="1620838"/>
            <a:ext cx="1543050" cy="7234239"/>
          </a:xfrm>
        </p:spPr>
        <p:txBody>
          <a:bodyPr vert="eaVert"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>
          <a:xfrm>
            <a:off x="342900" y="1620838"/>
            <a:ext cx="4476746" cy="723423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381130-9D10-4CB3-BA2E-518E714FC769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177BE2D-1A5D-479F-8274-A04F8719C0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99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71601" y="527398"/>
            <a:ext cx="5914796" cy="191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71601" y="2637001"/>
            <a:ext cx="5914796" cy="628488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  <a:p>
            <a:pPr lvl="7"/>
            <a:r>
              <a:rPr lang="en-US"/>
              <a:t>Eighth Outline Level</a:t>
            </a:r>
          </a:p>
          <a:p>
            <a:pPr lvl="0"/>
            <a:r>
              <a:rPr lang="en-US"/>
              <a:t>Ninth Outline LevelEdit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471601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28AF8303-8864-4208-9784-8C1668B9E5CD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4843439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D23C39C2-909B-4B9F-8471-6D025BD3D5EA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0" i="0" u="none" strike="noStrike" kern="1200" cap="none" spc="0" baseline="0">
          <a:solidFill>
            <a:srgbClr val="000000"/>
          </a:solidFill>
          <a:uFillTx/>
          <a:latin typeface="Calibri Light" pitchFamily="18"/>
          <a:ea typeface="Microsoft YaHei" pitchFamily="2"/>
          <a:cs typeface="Mangal" pitchFamily="2"/>
        </a:defRPr>
      </a:lvl1pPr>
    </p:titleStyle>
    <p:body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1pPr>
      <a:lvl2pPr marL="0" marR="0" lvl="1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75000"/>
        <a:buFont typeface="StarSymbol"/>
        <a:buChar char="–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2pPr>
      <a:lvl3pPr marL="0" marR="0" lvl="2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3pPr>
      <a:lvl4pPr marL="0" marR="0" lvl="3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75000"/>
        <a:buFont typeface="StarSymbol"/>
        <a:buChar char="–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4pPr>
      <a:lvl5pPr marL="0" marR="0" lvl="4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5pPr>
      <a:lvl6pPr marL="0" marR="0" lvl="5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6pPr>
      <a:lvl7pPr marL="0" marR="0" lvl="6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7pPr>
      <a:lvl8pPr marL="0" marR="0" lvl="7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8pPr>
      <a:lvl9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514441" y="1621075"/>
            <a:ext cx="5829117" cy="34484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1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471601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8FEAD0AE-81C8-4713-B32C-14C71D43FCE4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4843439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C415F3F5-8773-46C8-BB8A-B5CE82D7D809}" type="slidenum">
              <a:t>‹#›</a:t>
            </a:fld>
            <a:endParaRPr lang="en-US"/>
          </a:p>
        </p:txBody>
      </p:sp>
      <p:grpSp>
        <p:nvGrpSpPr>
          <p:cNvPr id="6" name="Group 19"/>
          <p:cNvGrpSpPr/>
          <p:nvPr userDrawn="1"/>
        </p:nvGrpSpPr>
        <p:grpSpPr>
          <a:xfrm>
            <a:off x="-306291" y="8426515"/>
            <a:ext cx="7164291" cy="2036880"/>
            <a:chOff x="597597" y="8333997"/>
            <a:chExt cx="7164291" cy="2036880"/>
          </a:xfrm>
        </p:grpSpPr>
        <p:grpSp>
          <p:nvGrpSpPr>
            <p:cNvPr id="8" name="Group 24"/>
            <p:cNvGrpSpPr/>
            <p:nvPr/>
          </p:nvGrpSpPr>
          <p:grpSpPr>
            <a:xfrm>
              <a:off x="1375489" y="8587103"/>
              <a:ext cx="5172961" cy="1209397"/>
              <a:chOff x="1375489" y="8587103"/>
              <a:chExt cx="5172961" cy="1209397"/>
            </a:xfrm>
          </p:grpSpPr>
          <p:pic>
            <p:nvPicPr>
              <p:cNvPr id="9" name="Picture 26"/>
              <p:cNvPicPr>
                <a:picLocks noChangeAspect="1"/>
              </p:cNvPicPr>
              <p:nvPr/>
            </p:nvPicPr>
            <p:blipFill>
              <a:blip r:embed="rId13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1388642" y="8587104"/>
                <a:ext cx="2693524" cy="735122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0" name="Picture 27"/>
              <p:cNvPicPr>
                <a:picLocks noChangeAspect="1"/>
              </p:cNvPicPr>
              <p:nvPr/>
            </p:nvPicPr>
            <p:blipFill>
              <a:blip r:embed="rId14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4071652" y="9273432"/>
                <a:ext cx="2476798" cy="504721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2" name="Picture 29"/>
              <p:cNvPicPr>
                <a:picLocks noChangeAspect="1"/>
              </p:cNvPicPr>
              <p:nvPr/>
            </p:nvPicPr>
            <p:blipFill>
              <a:blip r:embed="rId15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4071652" y="8587103"/>
                <a:ext cx="2476798" cy="678999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3" name="Picture 30"/>
              <p:cNvPicPr>
                <a:picLocks noChangeAspect="1"/>
              </p:cNvPicPr>
              <p:nvPr userDrawn="1"/>
            </p:nvPicPr>
            <p:blipFill>
              <a:blip r:embed="rId16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1375489" y="9285662"/>
                <a:ext cx="2706677" cy="510838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sp>
          <p:nvSpPr>
            <p:cNvPr id="17" name="Isosceles Triangle 22"/>
            <p:cNvSpPr/>
            <p:nvPr/>
          </p:nvSpPr>
          <p:spPr>
            <a:xfrm rot="5400013">
              <a:off x="357" y="8931237"/>
              <a:ext cx="2036880" cy="8424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0"/>
                <a:gd name="f7" fmla="val 21600"/>
                <a:gd name="f8" fmla="val -2147483647"/>
                <a:gd name="f9" fmla="val 2147483647"/>
                <a:gd name="f10" fmla="+- 0 0 0"/>
                <a:gd name="f11" fmla="*/ f4 1 21600"/>
                <a:gd name="f12" fmla="*/ f5 1 21600"/>
                <a:gd name="f13" fmla="+- f7 0 f6"/>
                <a:gd name="f14" fmla="pin 0 f0 21600"/>
                <a:gd name="f15" fmla="*/ f10 f1 1"/>
                <a:gd name="f16" fmla="val f14"/>
                <a:gd name="f17" fmla="*/ f13 1 21600"/>
                <a:gd name="f18" fmla="*/ f14 f11 1"/>
                <a:gd name="f19" fmla="*/ f15 1 f3"/>
                <a:gd name="f20" fmla="*/ f16 1 2"/>
                <a:gd name="f21" fmla="+- 21600 0 f16"/>
                <a:gd name="f22" fmla="*/ 18000 f17 1"/>
                <a:gd name="f23" fmla="*/ 10800 f17 1"/>
                <a:gd name="f24" fmla="*/ 0 f17 1"/>
                <a:gd name="f25" fmla="*/ 21600 f17 1"/>
                <a:gd name="f26" fmla="*/ f16 f11 1"/>
                <a:gd name="f27" fmla="+- f19 0 f2"/>
                <a:gd name="f28" fmla="+- f20 10800 0"/>
                <a:gd name="f29" fmla="*/ f21 1 2"/>
                <a:gd name="f30" fmla="*/ f24 1 f17"/>
                <a:gd name="f31" fmla="*/ f23 1 f17"/>
                <a:gd name="f32" fmla="*/ f25 1 f17"/>
                <a:gd name="f33" fmla="*/ f22 1 f17"/>
                <a:gd name="f34" fmla="*/ f20 f11 1"/>
                <a:gd name="f35" fmla="+- 21600 0 f29"/>
                <a:gd name="f36" fmla="*/ f30 f12 1"/>
                <a:gd name="f37" fmla="*/ f28 f11 1"/>
                <a:gd name="f38" fmla="*/ f33 f12 1"/>
                <a:gd name="f39" fmla="*/ f31 f12 1"/>
                <a:gd name="f40" fmla="*/ f30 f11 1"/>
                <a:gd name="f41" fmla="*/ f32 f12 1"/>
                <a:gd name="f42" fmla="*/ f31 f11 1"/>
                <a:gd name="f43" fmla="*/ f32 f11 1"/>
                <a:gd name="f44" fmla="*/ f35 f11 1"/>
              </a:gdLst>
              <a:ahLst>
                <a:ahXY gdRefX="f0" minX="f6" maxX="f7">
                  <a:pos x="f18" y="f36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26" y="f36"/>
                </a:cxn>
                <a:cxn ang="f27">
                  <a:pos x="f34" y="f39"/>
                </a:cxn>
                <a:cxn ang="f27">
                  <a:pos x="f40" y="f41"/>
                </a:cxn>
                <a:cxn ang="f27">
                  <a:pos x="f42" y="f41"/>
                </a:cxn>
                <a:cxn ang="f27">
                  <a:pos x="f43" y="f41"/>
                </a:cxn>
                <a:cxn ang="f27">
                  <a:pos x="f44" y="f39"/>
                </a:cxn>
              </a:cxnLst>
              <a:rect l="f34" t="f39" r="f37" b="f38"/>
              <a:pathLst>
                <a:path w="21600" h="21600">
                  <a:moveTo>
                    <a:pt x="f16" y="f6"/>
                  </a:moveTo>
                  <a:lnTo>
                    <a:pt x="f7" y="f7"/>
                  </a:lnTo>
                  <a:lnTo>
                    <a:pt x="f6" y="f7"/>
                  </a:lnTo>
                  <a:close/>
                </a:path>
              </a:pathLst>
            </a:custGeom>
            <a:solidFill>
              <a:srgbClr val="126192"/>
            </a:solidFill>
            <a:ln cap="flat">
              <a:noFill/>
              <a:prstDash val="solid"/>
            </a:ln>
          </p:spPr>
          <p:txBody>
            <a:bodyPr vert="horz" wrap="squar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Microsoft YaHei" pitchFamily="2"/>
                <a:cs typeface="Mangal" pitchFamily="2"/>
              </a:endParaRPr>
            </a:p>
          </p:txBody>
        </p:sp>
        <p:sp>
          <p:nvSpPr>
            <p:cNvPr id="18" name="Right Triangle 23"/>
            <p:cNvSpPr/>
            <p:nvPr userDrawn="1"/>
          </p:nvSpPr>
          <p:spPr>
            <a:xfrm flipH="1">
              <a:off x="6713816" y="9117501"/>
              <a:ext cx="1048072" cy="6789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1600"/>
                <a:gd name="f7" fmla="+- 0 0 0"/>
                <a:gd name="f8" fmla="*/ f3 1 21600"/>
                <a:gd name="f9" fmla="*/ f4 1 21600"/>
                <a:gd name="f10" fmla="+- f6 0 f5"/>
                <a:gd name="f11" fmla="*/ f7 f0 1"/>
                <a:gd name="f12" fmla="*/ f10 1 21600"/>
                <a:gd name="f13" fmla="*/ f11 1 f2"/>
                <a:gd name="f14" fmla="*/ 1900 f12 1"/>
                <a:gd name="f15" fmla="*/ 12700 f12 1"/>
                <a:gd name="f16" fmla="*/ 19700 f12 1"/>
                <a:gd name="f17" fmla="*/ 0 f12 1"/>
                <a:gd name="f18" fmla="*/ 10800 f12 1"/>
                <a:gd name="f19" fmla="*/ 21600 f12 1"/>
                <a:gd name="f20" fmla="+- f13 0 f1"/>
                <a:gd name="f21" fmla="*/ f17 1 f12"/>
                <a:gd name="f22" fmla="*/ f18 1 f12"/>
                <a:gd name="f23" fmla="*/ f19 1 f12"/>
                <a:gd name="f24" fmla="*/ f14 1 f12"/>
                <a:gd name="f25" fmla="*/ f15 1 f12"/>
                <a:gd name="f26" fmla="*/ f16 1 f12"/>
                <a:gd name="f27" fmla="*/ f24 f8 1"/>
                <a:gd name="f28" fmla="*/ f25 f8 1"/>
                <a:gd name="f29" fmla="*/ f26 f9 1"/>
                <a:gd name="f30" fmla="*/ f25 f9 1"/>
                <a:gd name="f31" fmla="*/ f21 f8 1"/>
                <a:gd name="f32" fmla="*/ f21 f9 1"/>
                <a:gd name="f33" fmla="*/ f22 f9 1"/>
                <a:gd name="f34" fmla="*/ f23 f9 1"/>
                <a:gd name="f35" fmla="*/ f22 f8 1"/>
                <a:gd name="f36" fmla="*/ f23 f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0">
                  <a:pos x="f31" y="f32"/>
                </a:cxn>
                <a:cxn ang="f20">
                  <a:pos x="f31" y="f33"/>
                </a:cxn>
                <a:cxn ang="f20">
                  <a:pos x="f31" y="f34"/>
                </a:cxn>
                <a:cxn ang="f20">
                  <a:pos x="f35" y="f34"/>
                </a:cxn>
                <a:cxn ang="f20">
                  <a:pos x="f36" y="f34"/>
                </a:cxn>
                <a:cxn ang="f20">
                  <a:pos x="f35" y="f33"/>
                </a:cxn>
              </a:cxnLst>
              <a:rect l="f27" t="f30" r="f28" b="f29"/>
              <a:pathLst>
                <a:path w="21600" h="21600">
                  <a:moveTo>
                    <a:pt x="f5" y="f5"/>
                  </a:moveTo>
                  <a:lnTo>
                    <a:pt x="f6" y="f6"/>
                  </a:ln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78E80"/>
            </a:solidFill>
            <a:ln cap="flat">
              <a:noFill/>
              <a:prstDash val="solid"/>
            </a:ln>
          </p:spPr>
          <p:txBody>
            <a:bodyPr vert="horz" wrap="squar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Microsoft YaHei" pitchFamily="2"/>
                <a:cs typeface="Mangal" pitchFamily="2"/>
              </a:endParaRPr>
            </a:p>
          </p:txBody>
        </p:sp>
      </p:grpSp>
      <p:sp>
        <p:nvSpPr>
          <p:cNvPr id="19" name="テキスト プレースホルダー 18"/>
          <p:cNvSpPr txBox="1">
            <a:spLocks noGrp="1"/>
          </p:cNvSpPr>
          <p:nvPr>
            <p:ph type="body" idx="1"/>
          </p:nvPr>
        </p:nvSpPr>
        <p:spPr>
          <a:xfrm>
            <a:off x="342717" y="2317683"/>
            <a:ext cx="6171843" cy="65376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500" b="0" i="0" u="none" strike="noStrike" kern="1200" cap="none" spc="0" baseline="0">
          <a:solidFill>
            <a:srgbClr val="000000"/>
          </a:solidFill>
          <a:uFillTx/>
          <a:latin typeface="Calibri Light" pitchFamily="18"/>
          <a:ea typeface="Microsoft YaHei" pitchFamily="2"/>
          <a:cs typeface="Mangal" pitchFamily="2"/>
        </a:defRPr>
      </a:lvl1pPr>
    </p:titleStyle>
    <p:body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None/>
        <a:tabLst/>
        <a:defRPr lang="ja-JP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24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20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18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18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0.wmf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18004" y="-118442"/>
            <a:ext cx="3352318" cy="22428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11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215524" y="-152284"/>
            <a:ext cx="3624123" cy="22788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12"/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343479" y="2003395"/>
            <a:ext cx="1496159" cy="17542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13"/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078" y="2013115"/>
            <a:ext cx="2556004" cy="17542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5"/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2572563" y="2003395"/>
            <a:ext cx="2757958" cy="175427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Rectangle 35"/>
          <p:cNvSpPr/>
          <p:nvPr/>
        </p:nvSpPr>
        <p:spPr>
          <a:xfrm>
            <a:off x="452518" y="6248881"/>
            <a:ext cx="5076721" cy="155267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Calibri Light" pitchFamily="34"/>
              </a:rPr>
              <a:t>TCS</a:t>
            </a:r>
            <a:r>
              <a:rPr lang="zh-CN" sz="4800" b="1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Calibri Light" pitchFamily="34"/>
              </a:rPr>
              <a:t>へようこそ！ </a:t>
            </a:r>
            <a:r>
              <a:rPr lang="en-US" sz="4800" b="1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Welcome to TCS</a:t>
            </a:r>
          </a:p>
        </p:txBody>
      </p:sp>
      <p:pic>
        <p:nvPicPr>
          <p:cNvPr id="13" name="Picture 26">
            <a:extLst>
              <a:ext uri="{FF2B5EF4-FFF2-40B4-BE49-F238E27FC236}">
                <a16:creationId xmlns:a16="http://schemas.microsoft.com/office/drawing/2014/main" id="{1FD4C90D-DC34-48A2-87CF-5882399BEA0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lum/>
            <a:alphaModFix/>
          </a:blip>
          <a:srcRect l="48320" t="2841"/>
          <a:stretch/>
        </p:blipFill>
        <p:spPr>
          <a:xfrm>
            <a:off x="5645911" y="9267186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4"/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Right Triangle 25"/>
          <p:cNvSpPr/>
          <p:nvPr/>
        </p:nvSpPr>
        <p:spPr>
          <a:xfrm flipV="1">
            <a:off x="0" y="-7196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pic>
        <p:nvPicPr>
          <p:cNvPr id="5" name="Picture 26"/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18"/>
          <p:cNvSpPr/>
          <p:nvPr/>
        </p:nvSpPr>
        <p:spPr>
          <a:xfrm>
            <a:off x="247632" y="609474"/>
            <a:ext cx="3978362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Customer Executives</a:t>
            </a:r>
          </a:p>
        </p:txBody>
      </p:sp>
      <p:sp>
        <p:nvSpPr>
          <p:cNvPr id="7" name="Rectangle 21"/>
          <p:cNvSpPr/>
          <p:nvPr/>
        </p:nvSpPr>
        <p:spPr>
          <a:xfrm>
            <a:off x="326879" y="1186196"/>
            <a:ext cx="3879360" cy="622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8" name="Rectangle 13"/>
          <p:cNvSpPr/>
          <p:nvPr/>
        </p:nvSpPr>
        <p:spPr>
          <a:xfrm>
            <a:off x="182880" y="1313636"/>
            <a:ext cx="6544978" cy="2064796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>
                <a:solidFill>
                  <a:srgbClr val="000000"/>
                </a:solidFill>
                <a:ea typeface="Microsoft YaHei"/>
                <a:cs typeface="Calibri"/>
              </a:rPr>
              <a:t>Mr</a:t>
            </a:r>
            <a:r>
              <a:rPr lang="en-US" sz="1400" b="1" kern="0" dirty="0">
                <a:solidFill>
                  <a:srgbClr val="000000"/>
                </a:solidFill>
                <a:ea typeface="Microsoft YaHei"/>
                <a:cs typeface="Calibri"/>
              </a:rPr>
              <a:t>. </a:t>
            </a:r>
            <a:r>
              <a:rPr lang="en-US" sz="1400" b="1" kern="0" dirty="0" err="1">
                <a:solidFill>
                  <a:srgbClr val="000000"/>
                </a:solidFill>
                <a:ea typeface="Microsoft YaHei"/>
                <a:cs typeface="Calibri"/>
              </a:rPr>
              <a:t>Tomoji</a:t>
            </a:r>
            <a:r>
              <a:rPr lang="en-US" sz="1400" b="1" kern="0" dirty="0">
                <a:solidFill>
                  <a:srgbClr val="000000"/>
                </a:solidFill>
                <a:ea typeface="Microsoft YaHei"/>
                <a:cs typeface="Calibri"/>
              </a:rPr>
              <a:t> </a:t>
            </a:r>
            <a:r>
              <a:rPr lang="en-US" sz="1400" b="1" kern="0" dirty="0" err="1">
                <a:solidFill>
                  <a:srgbClr val="000000"/>
                </a:solidFill>
                <a:ea typeface="Microsoft YaHei"/>
                <a:cs typeface="Calibri"/>
              </a:rPr>
              <a:t>Tarutani</a:t>
            </a:r>
            <a:r>
              <a:rPr lang="en-US" sz="1400" b="1" kern="0" dirty="0">
                <a:solidFill>
                  <a:srgbClr val="000000"/>
                </a:solidFill>
                <a:ea typeface="Microsoft YaHei"/>
                <a:cs typeface="Calibri"/>
              </a:rPr>
              <a:t> </a:t>
            </a:r>
            <a:r>
              <a:rPr lang="en-US" sz="1400" kern="0" dirty="0">
                <a:solidFill>
                  <a:srgbClr val="000000"/>
                </a:solidFill>
                <a:ea typeface="Microsoft YaHei"/>
                <a:cs typeface="Calibri"/>
              </a:rPr>
              <a:t>- Executive Officer, IT Digital Promotion Dept, Compressor Division Sales Planning Dept, Engineering Dept.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dirty="0">
              <a:solidFill>
                <a:srgbClr val="000000"/>
              </a:solidFill>
              <a:ea typeface="Microsoft YaHei"/>
              <a:cs typeface="Calibri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>
                <a:solidFill>
                  <a:srgbClr val="000000"/>
                </a:solidFill>
                <a:ea typeface="Microsoft YaHei"/>
                <a:cs typeface="Calibri"/>
              </a:rPr>
              <a:t>Mr. </a:t>
            </a:r>
            <a:r>
              <a:rPr lang="en-US" sz="1400" b="1" kern="0" dirty="0">
                <a:solidFill>
                  <a:srgbClr val="000000"/>
                </a:solidFill>
                <a:ea typeface="Microsoft YaHei"/>
                <a:cs typeface="Calibri"/>
              </a:rPr>
              <a:t>Takenobu Watanabe </a:t>
            </a:r>
            <a:r>
              <a:rPr lang="en-US" sz="1400" kern="0" dirty="0">
                <a:solidFill>
                  <a:srgbClr val="000000"/>
                </a:solidFill>
                <a:ea typeface="Microsoft YaHei"/>
              </a:rPr>
              <a:t>- Office Manager, Assistant GM</a:t>
            </a:r>
            <a:r>
              <a:rPr lang="en-US" sz="1400" kern="0" dirty="0">
                <a:solidFill>
                  <a:srgbClr val="000000"/>
                </a:solidFill>
                <a:ea typeface="Microsoft YaHei"/>
                <a:cs typeface="Calibri"/>
              </a:rPr>
              <a:t>, Cyber Security Office, IT Digital Promotion Dept.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>
              <a:ea typeface="Microsoft YaHei" pitchFamily="2"/>
              <a:cs typeface="Calibri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>
                <a:solidFill>
                  <a:srgbClr val="000000"/>
                </a:solidFill>
                <a:ea typeface="Microsoft YaHei"/>
                <a:cs typeface="Calibri"/>
              </a:rPr>
              <a:t>Mr. </a:t>
            </a:r>
            <a:r>
              <a:rPr lang="en-US" sz="1400" b="1" kern="0" dirty="0">
                <a:solidFill>
                  <a:srgbClr val="000000"/>
                </a:solidFill>
                <a:ea typeface="Microsoft YaHei"/>
                <a:cs typeface="Calibri"/>
              </a:rPr>
              <a:t>Yohei Yamamoto </a:t>
            </a:r>
            <a:r>
              <a:rPr lang="en-US" sz="1400" kern="0" dirty="0">
                <a:solidFill>
                  <a:srgbClr val="000000"/>
                </a:solidFill>
                <a:ea typeface="Microsoft YaHei"/>
                <a:cs typeface="Calibri"/>
              </a:rPr>
              <a:t>- Office Manager, Assistant GM, Group IT Infrastructure Office, IT Digital Promotion Dept.</a:t>
            </a:r>
          </a:p>
          <a:p>
            <a:pPr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>
              <a:latin typeface="Calibri" pitchFamily="34"/>
              <a:ea typeface="Microsoft YaHei" pitchFamily="2"/>
              <a:cs typeface="Mangal" pitchFamily="2"/>
            </a:endParaRPr>
          </a:p>
        </p:txBody>
      </p:sp>
      <p:sp>
        <p:nvSpPr>
          <p:cNvPr id="9" name="Rectangle 14"/>
          <p:cNvSpPr/>
          <p:nvPr/>
        </p:nvSpPr>
        <p:spPr>
          <a:xfrm>
            <a:off x="323815" y="5093446"/>
            <a:ext cx="2052727" cy="6544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/>
                <a:ea typeface="Microsoft YaHei"/>
                <a:cs typeface="Calibri Light"/>
              </a:rPr>
              <a:t>TCS Team</a:t>
            </a:r>
          </a:p>
        </p:txBody>
      </p:sp>
      <p:sp>
        <p:nvSpPr>
          <p:cNvPr id="10" name="Rectangle 16"/>
          <p:cNvSpPr/>
          <p:nvPr/>
        </p:nvSpPr>
        <p:spPr>
          <a:xfrm>
            <a:off x="250279" y="5887487"/>
            <a:ext cx="6544978" cy="228395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Shashank Kulkarni – 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Service Delivery Head, JDC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</a:t>
            </a:r>
            <a:r>
              <a:rPr lang="en-US" sz="1400" b="1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  <a:ea typeface="Microsoft YaHei"/>
                <a:cs typeface="Mangal"/>
              </a:rPr>
              <a:t>. Laxmikant </a:t>
            </a:r>
            <a:r>
              <a:rPr lang="en-US" sz="1400" b="1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Shaligram 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-</a:t>
            </a:r>
            <a:r>
              <a:rPr lang="en-US" sz="14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  <a:ea typeface="Microsoft YaHei"/>
                <a:cs typeface="Mangal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Industry Leader, </a:t>
            </a:r>
            <a:r>
              <a:rPr lang="en-US" sz="1400" b="0" i="0" u="none" strike="noStrike" kern="1200" cap="none" spc="0" baseline="0" dirty="0">
                <a:solidFill>
                  <a:srgbClr val="000000"/>
                </a:solidFill>
                <a:uFillTx/>
                <a:latin typeface="Calibri"/>
                <a:ea typeface="Microsoft YaHei"/>
                <a:cs typeface="Mangal"/>
              </a:rPr>
              <a:t>JDC</a:t>
            </a:r>
            <a:endParaRPr lang="en-US" sz="1400" dirty="0">
              <a:latin typeface="Calibri"/>
              <a:ea typeface="Microsoft YaHei"/>
              <a:cs typeface="Mangal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</a:t>
            </a:r>
            <a:r>
              <a:rPr lang="en-US" sz="1400" b="1" kern="0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B Vijayakumar</a:t>
            </a:r>
            <a:r>
              <a:rPr lang="en-US" sz="1400" b="1" kern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kern="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– Delivery Head, CBO, JDC</a:t>
            </a:r>
            <a:endParaRPr lang="en-US" dirty="0">
              <a:ea typeface="Calibri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kern="0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Mr. Vikas Choudhary –</a:t>
            </a:r>
            <a:r>
              <a:rPr lang="en-US" sz="1400" kern="0" dirty="0">
                <a:solidFill>
                  <a:srgbClr val="000000"/>
                </a:solidFill>
                <a:latin typeface="Calibri"/>
                <a:ea typeface="Microsoft YaHei"/>
                <a:cs typeface="Calibri"/>
              </a:rPr>
              <a:t> Lead, SSO &amp; Cyber Security 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kern="0" dirty="0">
                <a:ea typeface="+mn-lt"/>
                <a:cs typeface="+mn-lt"/>
              </a:rPr>
              <a:t>Ms. Prerna Kashyap</a:t>
            </a:r>
            <a:r>
              <a:rPr lang="en-US" sz="1400" kern="0" dirty="0">
                <a:ea typeface="+mn-lt"/>
                <a:cs typeface="+mn-lt"/>
              </a:rPr>
              <a:t> - Delivery Lead, Cyber Security</a:t>
            </a:r>
            <a:br>
              <a:rPr lang="en-US" sz="1400" kern="0" dirty="0">
                <a:ea typeface="+mn-lt"/>
                <a:cs typeface="+mn-lt"/>
              </a:rPr>
            </a:br>
            <a:r>
              <a:rPr lang="en-US" sz="1400" b="1" kern="0" dirty="0">
                <a:ea typeface="+mn-lt"/>
                <a:cs typeface="+mn-lt"/>
              </a:rPr>
              <a:t>Ms. Sangeetha</a:t>
            </a:r>
            <a:r>
              <a:rPr lang="en-US" sz="1400" kern="0" dirty="0">
                <a:ea typeface="+mn-lt"/>
                <a:cs typeface="+mn-lt"/>
              </a:rPr>
              <a:t> </a:t>
            </a:r>
            <a:r>
              <a:rPr lang="en-US" sz="1400" b="1" kern="0" dirty="0">
                <a:ea typeface="+mn-lt"/>
                <a:cs typeface="+mn-lt"/>
              </a:rPr>
              <a:t>Kumarasamy</a:t>
            </a:r>
            <a:r>
              <a:rPr lang="en-US" sz="1400" kern="0" dirty="0">
                <a:ea typeface="+mn-lt"/>
                <a:cs typeface="+mn-lt"/>
              </a:rPr>
              <a:t>  - Delivery Lead, IT Operations</a:t>
            </a:r>
            <a:endParaRPr lang="en-US" dirty="0"/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kern="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Ms. Shilpa </a:t>
            </a:r>
            <a:r>
              <a:rPr lang="en-US" sz="1400" b="1" kern="0" dirty="0" err="1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Vairagkar</a:t>
            </a:r>
            <a:r>
              <a:rPr lang="en-US" sz="1400" b="1" kern="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 </a:t>
            </a:r>
            <a:r>
              <a:rPr lang="en-US" sz="1400" kern="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– Presales, JDC 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kern="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Ms. Priya Vernekar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 - Interpreter, JDC 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Avinash Muley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 – Visit Coordinator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dirty="0">
              <a:solidFill>
                <a:srgbClr val="000000"/>
              </a:solidFill>
              <a:latin typeface="Calibri" pitchFamily="18"/>
              <a:ea typeface="Microsoft YaHei" pitchFamily="2"/>
              <a:cs typeface="Mangal" pitchFamily="2"/>
            </a:endParaRPr>
          </a:p>
        </p:txBody>
      </p:sp>
      <p:sp>
        <p:nvSpPr>
          <p:cNvPr id="11" name="Rectangle 21"/>
          <p:cNvSpPr/>
          <p:nvPr/>
        </p:nvSpPr>
        <p:spPr>
          <a:xfrm>
            <a:off x="297880" y="5691218"/>
            <a:ext cx="2031476" cy="622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85F04936-9BE1-2616-C2B6-988C57CCF8E4}"/>
              </a:ext>
            </a:extLst>
          </p:cNvPr>
          <p:cNvSpPr/>
          <p:nvPr/>
        </p:nvSpPr>
        <p:spPr>
          <a:xfrm>
            <a:off x="247632" y="3439721"/>
            <a:ext cx="6544978" cy="140730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 fontAlgn="t"/>
            <a:endParaRPr lang="en-US" sz="1400" kern="0">
              <a:solidFill>
                <a:srgbClr val="000000"/>
              </a:solidFill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</p:txBody>
      </p:sp>
      <p:sp>
        <p:nvSpPr>
          <p:cNvPr id="2" name="Rectangle 14">
            <a:extLst>
              <a:ext uri="{FF2B5EF4-FFF2-40B4-BE49-F238E27FC236}">
                <a16:creationId xmlns:a16="http://schemas.microsoft.com/office/drawing/2014/main" id="{6F5A6354-E9FE-26F1-4D66-A83C3C1819B7}"/>
              </a:ext>
            </a:extLst>
          </p:cNvPr>
          <p:cNvSpPr/>
          <p:nvPr/>
        </p:nvSpPr>
        <p:spPr>
          <a:xfrm>
            <a:off x="300308" y="3353208"/>
            <a:ext cx="2459880" cy="667157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 dirty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TCS Japan </a:t>
            </a:r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id="{D7DDD8D8-F6E7-67E9-6E3A-3DF9F917D3C5}"/>
              </a:ext>
            </a:extLst>
          </p:cNvPr>
          <p:cNvSpPr/>
          <p:nvPr/>
        </p:nvSpPr>
        <p:spPr>
          <a:xfrm>
            <a:off x="284418" y="3903586"/>
            <a:ext cx="3879360" cy="622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438ECDE3-B243-A9C1-B4DD-ADA1151E2F46}"/>
              </a:ext>
            </a:extLst>
          </p:cNvPr>
          <p:cNvSpPr txBox="1"/>
          <p:nvPr/>
        </p:nvSpPr>
        <p:spPr>
          <a:xfrm>
            <a:off x="215886" y="4079599"/>
            <a:ext cx="6389914" cy="95410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/>
              <a:t>Mr. Taro Shibuya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 - CBO Delivery Head</a:t>
            </a:r>
          </a:p>
          <a:p>
            <a:r>
              <a:rPr lang="en-US" sz="1400" b="1" dirty="0">
                <a:ea typeface="Microsoft YaHei"/>
                <a:cs typeface="Mangal"/>
              </a:rPr>
              <a:t>Ms. Tomoko Wada </a:t>
            </a:r>
            <a:r>
              <a:rPr lang="en-US" sz="1400" dirty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-</a:t>
            </a:r>
            <a:r>
              <a:rPr lang="en-US" sz="1400" dirty="0">
                <a:ea typeface="Microsoft YaHei"/>
                <a:cs typeface="Mangal"/>
              </a:rPr>
              <a:t> </a:t>
            </a:r>
            <a:r>
              <a:rPr lang="en-US" sz="1400" dirty="0">
                <a:ea typeface="+mn-lt"/>
                <a:cs typeface="+mn-lt"/>
              </a:rPr>
              <a:t>Client Partner</a:t>
            </a:r>
          </a:p>
          <a:p>
            <a:r>
              <a:rPr lang="en-US" sz="1400" b="1" dirty="0">
                <a:ea typeface="Microsoft YaHei"/>
                <a:cs typeface="Mangal"/>
              </a:rPr>
              <a:t>Mr. Kenji Hayakawa - </a:t>
            </a:r>
            <a:r>
              <a:rPr lang="en-US" sz="1400" dirty="0">
                <a:ea typeface="+mn-lt"/>
                <a:cs typeface="+mn-lt"/>
              </a:rPr>
              <a:t>Project Manager</a:t>
            </a:r>
          </a:p>
          <a:p>
            <a:endParaRPr lang="en-US" sz="1400" dirty="0">
              <a:ea typeface="Microsoft YaHei"/>
              <a:cs typeface="Mang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/>
          <p:cNvSpPr/>
          <p:nvPr/>
        </p:nvSpPr>
        <p:spPr>
          <a:xfrm>
            <a:off x="436024" y="67303"/>
            <a:ext cx="1768678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AGENDA</a:t>
            </a:r>
          </a:p>
        </p:txBody>
      </p:sp>
      <p:sp>
        <p:nvSpPr>
          <p:cNvPr id="4" name="Rectangle 21"/>
          <p:cNvSpPr/>
          <p:nvPr/>
        </p:nvSpPr>
        <p:spPr>
          <a:xfrm>
            <a:off x="376915" y="769285"/>
            <a:ext cx="2133359" cy="2700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Right Triangle 24"/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Right Triangle 25"/>
          <p:cNvSpPr/>
          <p:nvPr/>
        </p:nvSpPr>
        <p:spPr>
          <a:xfrm flipV="1">
            <a:off x="0" y="-5760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graphicFrame>
        <p:nvGraphicFramePr>
          <p:cNvPr id="8" name="表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777504"/>
              </p:ext>
            </p:extLst>
          </p:nvPr>
        </p:nvGraphicFramePr>
        <p:xfrm>
          <a:off x="127057" y="857503"/>
          <a:ext cx="6579327" cy="648148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681846">
                  <a:extLst>
                    <a:ext uri="{9D8B030D-6E8A-4147-A177-3AD203B41FA5}">
                      <a16:colId xmlns:a16="http://schemas.microsoft.com/office/drawing/2014/main" val="2864625291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333296127"/>
                    </a:ext>
                  </a:extLst>
                </a:gridCol>
                <a:gridCol w="631370">
                  <a:extLst>
                    <a:ext uri="{9D8B030D-6E8A-4147-A177-3AD203B41FA5}">
                      <a16:colId xmlns:a16="http://schemas.microsoft.com/office/drawing/2014/main" val="3433631618"/>
                    </a:ext>
                  </a:extLst>
                </a:gridCol>
                <a:gridCol w="1978478">
                  <a:extLst>
                    <a:ext uri="{9D8B030D-6E8A-4147-A177-3AD203B41FA5}">
                      <a16:colId xmlns:a16="http://schemas.microsoft.com/office/drawing/2014/main" val="212702314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500671831"/>
                    </a:ext>
                  </a:extLst>
                </a:gridCol>
                <a:gridCol w="1082278">
                  <a:extLst>
                    <a:ext uri="{9D8B030D-6E8A-4147-A177-3AD203B41FA5}">
                      <a16:colId xmlns:a16="http://schemas.microsoft.com/office/drawing/2014/main" val="3663299952"/>
                    </a:ext>
                  </a:extLst>
                </a:gridCol>
              </a:tblGrid>
              <a:tr h="230787">
                <a:tc gridSpan="6"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solidFill>
                            <a:srgbClr val="000000"/>
                          </a:solidFill>
                          <a:latin typeface="+mn-lt"/>
                          <a:ea typeface="Microsoft YaHei"/>
                          <a:cs typeface="Mangal"/>
                        </a:rPr>
                        <a:t> 21st June 2023 (Wednesday) – S2 Boardroom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 i="0" u="none" strike="noStrike" spc="0">
                          <a:solidFill>
                            <a:srgbClr val="000000"/>
                          </a:solidFill>
                        </a:defRPr>
                      </a:pPr>
                      <a:endParaRPr lang="en-US" sz="1200" b="0" i="0" u="none" strike="noStrike" kern="1200" spc="0">
                        <a:solidFill>
                          <a:srgbClr val="000000"/>
                        </a:solidFill>
                        <a:latin typeface="Calibri" pitchFamily="34"/>
                        <a:ea typeface="Microsoft YaHei" pitchFamily="2"/>
                        <a:cs typeface="Mangal" pitchFamily="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tabLst/>
                        <a:defRPr b="0" i="0" u="none" strike="noStrike" spc="0">
                          <a:solidFill>
                            <a:srgbClr val="000000"/>
                          </a:solidFill>
                        </a:defRPr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617543"/>
                  </a:ext>
                </a:extLst>
              </a:tr>
              <a:tr h="692361"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Start Time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Duration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End Time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Agenda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Presenter (s)/ Stories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Location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229810"/>
                  </a:ext>
                </a:extLst>
              </a:tr>
              <a:tr h="38464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11:00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60 Mins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12:00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Airport to TCS SP Office</a:t>
                      </a:r>
                      <a:endParaRPr lang="en-US" dirty="0"/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endParaRPr lang="en-US" sz="1100" b="0" i="0" u="none" strike="noStrike" kern="1200" dirty="0">
                        <a:latin typeface="+mn-lt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endParaRPr lang="en-US" sz="1100" b="0" i="0" u="none" strike="noStrike" kern="1200" dirty="0">
                        <a:latin typeface="+mn-lt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230074"/>
                  </a:ext>
                </a:extLst>
              </a:tr>
              <a:tr h="38464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12:00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15 Mins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12:15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Reception &amp; Security</a:t>
                      </a:r>
                      <a:endParaRPr lang="en-US"/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dirty="0">
                          <a:latin typeface="+mn-lt"/>
                          <a:ea typeface="Microsoft YaHei"/>
                        </a:rPr>
                        <a:t>TCS Members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dirty="0">
                          <a:latin typeface="+mn-lt"/>
                          <a:ea typeface="Microsoft YaHei"/>
                        </a:rPr>
                        <a:t>Gate 2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672253"/>
                  </a:ext>
                </a:extLst>
              </a:tr>
              <a:tr h="38464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12:15</a:t>
                      </a:r>
                      <a:endParaRPr lang="en-US" dirty="0">
                        <a:solidFill>
                          <a:schemeClr val="tx1"/>
                        </a:solidFill>
                        <a:ea typeface="Microsoft YaHei"/>
                        <a:cs typeface="Mangal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45 Mins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13:00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Lunch</a:t>
                      </a:r>
                      <a:endParaRPr lang="en-US" dirty="0"/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noProof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A1 Poolside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73829"/>
                  </a:ext>
                </a:extLst>
              </a:tr>
              <a:tr h="38464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13:00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20 Mins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13:20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Toyota Industry Expectation in India visit</a:t>
                      </a:r>
                      <a:endParaRPr lang="en-US" sz="11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/>
                        <a:t>TICO Members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S2 Boardroom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96670"/>
                  </a:ext>
                </a:extLst>
              </a:tr>
              <a:tr h="33065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13:20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10 Mins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13:30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Introduction of Visit Agenda/ Context Setting</a:t>
                      </a:r>
                      <a:endParaRPr lang="en-US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Calibri"/>
                        </a:rPr>
                        <a:t>Wada/ Shibuya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Calibri"/>
                        </a:rPr>
                        <a:t>S2 Boardroom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549546"/>
                  </a:ext>
                </a:extLst>
              </a:tr>
              <a:tr h="3551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13:30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20 Mins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13:50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effectLst/>
                        </a:rPr>
                        <a:t>JDC &amp; JDM Overview</a:t>
                      </a:r>
                      <a:endParaRPr lang="en-US" b="1" dirty="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effectLst/>
                        </a:rPr>
                        <a:t>and HR Best Practices </a:t>
                      </a:r>
                      <a:endParaRPr lang="en-US" b="1" dirty="0"/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</a:rPr>
                        <a:t>Shali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Calibri"/>
                        </a:rPr>
                        <a:t>S2 Boardroom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2926777"/>
                  </a:ext>
                </a:extLst>
              </a:tr>
              <a:tr h="35514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noProof="0" dirty="0">
                          <a:solidFill>
                            <a:schemeClr val="tx1"/>
                          </a:solidFill>
                          <a:latin typeface="Calibri"/>
                        </a:rPr>
                        <a:t>13:50</a:t>
                      </a:r>
                      <a:endParaRPr lang="en-US" sz="1100" b="0" i="0" u="none" strike="noStrike" kern="1200" spc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45 Mins</a:t>
                      </a:r>
                      <a:endParaRPr lang="en-US" sz="1100" b="0" i="0" u="none" strike="noStrike" kern="1200" spc="0" dirty="0">
                        <a:latin typeface="+mn-lt"/>
                        <a:ea typeface="Microsoft YaHei" pitchFamily="2"/>
                        <a:cs typeface="Mangal" pitchFamily="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14:35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AR/VR - IoT DE session</a:t>
                      </a:r>
                      <a:endParaRPr lang="en-US" sz="11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</a:rPr>
                        <a:t>Chandrakant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Calibri"/>
                        </a:rPr>
                        <a:t>S2 Boardroom (MS Teams)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5590237"/>
                  </a:ext>
                </a:extLst>
              </a:tr>
              <a:tr h="40413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noProof="0" dirty="0">
                          <a:solidFill>
                            <a:schemeClr val="tx1"/>
                          </a:solidFill>
                          <a:latin typeface="Calibri"/>
                        </a:rPr>
                        <a:t>14:35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30 Mins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15:05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GEC Overview</a:t>
                      </a:r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</a:rPr>
                        <a:t>Adithya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Calibri"/>
                        </a:rPr>
                        <a:t>S2 Boardroom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Calibri"/>
                        </a:rPr>
                        <a:t>(MS Teams)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779282"/>
                  </a:ext>
                </a:extLst>
              </a:tr>
              <a:tr h="37859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15:05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30 Mins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15:35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Hikari Academy Floor Walk</a:t>
                      </a:r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+mn-cs"/>
                        </a:rPr>
                        <a:t>Shali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S2 Ground floor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316527"/>
                  </a:ext>
                </a:extLst>
              </a:tr>
              <a:tr h="378590"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15:35</a:t>
                      </a:r>
                      <a:endParaRPr lang="en-US" sz="1100" b="0" i="0" u="none" strike="noStrike" kern="1200" spc="0" dirty="0">
                        <a:latin typeface="+mn-lt"/>
                        <a:ea typeface="Microsoft YaHei" pitchFamily="2"/>
                        <a:cs typeface="Mangal" pitchFamily="2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55 Mins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16:30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PRISM ODC Floor Walk</a:t>
                      </a:r>
                      <a:endParaRPr lang="en-US" dirty="0"/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0" i="0" u="none" strike="noStrike" kern="1200" noProof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+mn-cs"/>
                        </a:rPr>
                        <a:t>Unmesh/ Hayakawa/ PRISM team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S3 1st floor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650529"/>
                  </a:ext>
                </a:extLst>
              </a:tr>
              <a:tr h="384645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16:30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40 Mins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17:10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End to End IT Integrated Operations Floor walk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</a:rPr>
                        <a:t>Account team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S3 1st floor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050754"/>
                  </a:ext>
                </a:extLst>
              </a:tr>
              <a:tr h="384644"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17:10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40 Mins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17:50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Cyber Security Floor walk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</a:rPr>
                        <a:t>Rahul</a:t>
                      </a:r>
                      <a:endParaRPr lang="en-US" sz="1100" b="0" i="0" u="none" strike="noStrike" kern="1200" noProof="0" dirty="0" err="1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noProof="0" dirty="0">
                          <a:solidFill>
                            <a:srgbClr val="000000"/>
                          </a:solidFill>
                          <a:latin typeface="Calibri"/>
                        </a:rPr>
                        <a:t>S3 Boardroom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941628"/>
                  </a:ext>
                </a:extLst>
              </a:tr>
              <a:tr h="39717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17:50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10 Mins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18:00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 up</a:t>
                      </a:r>
                      <a:endParaRPr lang="en-US"/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</a:rPr>
                        <a:t>Shibuya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S3 Boardroom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498319"/>
                  </a:ext>
                </a:extLst>
              </a:tr>
              <a:tr h="39717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18:00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gridSpan="4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Depart for Dinner at 18:00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b="1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Taj Vivanta (</a:t>
                      </a:r>
                      <a:r>
                        <a:rPr lang="en-US" sz="1100" b="0" i="0" u="none" strike="noStrike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Vandaag</a:t>
                      </a:r>
                      <a:r>
                        <a:rPr lang="en-US" sz="11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14734"/>
                  </a:ext>
                </a:extLst>
              </a:tr>
            </a:tbl>
          </a:graphicData>
        </a:graphic>
      </p:graphicFrame>
      <p:pic>
        <p:nvPicPr>
          <p:cNvPr id="9" name="Picture 26">
            <a:extLst>
              <a:ext uri="{FF2B5EF4-FFF2-40B4-BE49-F238E27FC236}">
                <a16:creationId xmlns:a16="http://schemas.microsoft.com/office/drawing/2014/main" id="{F0C80854-6293-4EC8-AB9F-EE83B91FA1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5601680"/>
            <a:ext cx="6934996" cy="4334170"/>
            <a:chOff x="0" y="5648030"/>
            <a:chExt cx="6946073" cy="4334170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5648030"/>
              <a:ext cx="6946073" cy="4290600"/>
              <a:chOff x="-6367712" y="4352465"/>
              <a:chExt cx="7445342" cy="4834957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-6333624" y="4352465"/>
                <a:ext cx="7411254" cy="4834957"/>
                <a:chOff x="1087709" y="4994844"/>
                <a:chExt cx="7411254" cy="4834957"/>
              </a:xfrm>
            </p:grpSpPr>
            <p:pic>
              <p:nvPicPr>
                <p:cNvPr id="28" name="Picture 27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135333" y="4994844"/>
                  <a:ext cx="3363630" cy="1986141"/>
                </a:xfrm>
                <a:prstGeom prst="rect">
                  <a:avLst/>
                </a:prstGeom>
              </p:spPr>
            </p:pic>
            <p:pic>
              <p:nvPicPr>
                <p:cNvPr id="29" name="Picture 28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5345" y="8438944"/>
                  <a:ext cx="2536655" cy="1364581"/>
                </a:xfrm>
                <a:prstGeom prst="rect">
                  <a:avLst/>
                </a:prstGeom>
              </p:spPr>
            </p:pic>
            <p:pic>
              <p:nvPicPr>
                <p:cNvPr id="30" name="Picture 29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22454" y="7010400"/>
                  <a:ext cx="2264771" cy="1428544"/>
                </a:xfrm>
                <a:prstGeom prst="rect">
                  <a:avLst/>
                </a:prstGeom>
              </p:spPr>
            </p:pic>
            <p:pic>
              <p:nvPicPr>
                <p:cNvPr id="31" name="Picture 30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96238" y="6980984"/>
                  <a:ext cx="2770123" cy="1541533"/>
                </a:xfrm>
                <a:prstGeom prst="rect">
                  <a:avLst/>
                </a:prstGeom>
              </p:spPr>
            </p:pic>
            <p:pic>
              <p:nvPicPr>
                <p:cNvPr id="32" name="Picture 3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10000" y="8449464"/>
                  <a:ext cx="2008197" cy="1380336"/>
                </a:xfrm>
                <a:prstGeom prst="rect">
                  <a:avLst/>
                </a:prstGeom>
              </p:spPr>
            </p:pic>
            <p:pic>
              <p:nvPicPr>
                <p:cNvPr id="33" name="Picture 32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7709" y="8066025"/>
                  <a:ext cx="2758194" cy="1763776"/>
                </a:xfrm>
                <a:prstGeom prst="rect">
                  <a:avLst/>
                </a:prstGeom>
              </p:spPr>
            </p:pic>
          </p:grpSp>
          <p:sp>
            <p:nvSpPr>
              <p:cNvPr id="21" name="Right Triangle 20"/>
              <p:cNvSpPr/>
              <p:nvPr/>
            </p:nvSpPr>
            <p:spPr>
              <a:xfrm rot="5400000">
                <a:off x="-5607082" y="3591838"/>
                <a:ext cx="4780530" cy="6301790"/>
              </a:xfrm>
              <a:prstGeom prst="rtTriangl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Right Triangle 15"/>
            <p:cNvSpPr/>
            <p:nvPr/>
          </p:nvSpPr>
          <p:spPr>
            <a:xfrm flipH="1">
              <a:off x="4483100" y="8077200"/>
              <a:ext cx="2374900" cy="1869742"/>
            </a:xfrm>
            <a:prstGeom prst="rtTriangle">
              <a:avLst/>
            </a:prstGeom>
            <a:solidFill>
              <a:srgbClr val="078E8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/>
            <p:cNvSpPr/>
            <p:nvPr/>
          </p:nvSpPr>
          <p:spPr>
            <a:xfrm rot="5400000">
              <a:off x="-292608" y="8139572"/>
              <a:ext cx="2135236" cy="1550020"/>
            </a:xfrm>
            <a:prstGeom prst="triangle">
              <a:avLst/>
            </a:prstGeom>
            <a:solidFill>
              <a:srgbClr val="1261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Triangle 17"/>
            <p:cNvSpPr/>
            <p:nvPr/>
          </p:nvSpPr>
          <p:spPr>
            <a:xfrm flipH="1">
              <a:off x="5367848" y="8789427"/>
              <a:ext cx="1484313" cy="1168589"/>
            </a:xfrm>
            <a:prstGeom prst="rtTriangle">
              <a:avLst/>
            </a:prstGeom>
            <a:solidFill>
              <a:srgbClr val="078E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ight Triangle 24"/>
          <p:cNvSpPr/>
          <p:nvPr/>
        </p:nvSpPr>
        <p:spPr>
          <a:xfrm flipV="1">
            <a:off x="0" y="-3"/>
            <a:ext cx="637186" cy="501652"/>
          </a:xfrm>
          <a:prstGeom prst="rtTriangle">
            <a:avLst/>
          </a:prstGeom>
          <a:solidFill>
            <a:srgbClr val="1261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25"/>
          <p:cNvSpPr/>
          <p:nvPr/>
        </p:nvSpPr>
        <p:spPr>
          <a:xfrm flipV="1">
            <a:off x="0" y="-1"/>
            <a:ext cx="457201" cy="359951"/>
          </a:xfrm>
          <a:prstGeom prst="rtTriangle">
            <a:avLst/>
          </a:prstGeom>
          <a:solidFill>
            <a:srgbClr val="078E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051" y="1507658"/>
            <a:ext cx="4620966" cy="231048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9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" y="2721844"/>
            <a:ext cx="1582477" cy="1582477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840066" y="4344611"/>
            <a:ext cx="4666885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3200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ありがとうございました</a:t>
            </a:r>
            <a:r>
              <a:rPr kumimoji="0" lang="ja-JP" altLang="en-US" sz="1000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 </a:t>
            </a:r>
            <a:endParaRPr kumimoji="0" lang="ja-JP" altLang="en-US" sz="3200" b="1" i="0" u="none" strike="noStrike" cap="none" normalizeH="0" baseline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" name="Picture 26">
            <a:extLst>
              <a:ext uri="{FF2B5EF4-FFF2-40B4-BE49-F238E27FC236}">
                <a16:creationId xmlns:a16="http://schemas.microsoft.com/office/drawing/2014/main" id="{83112E88-2C7F-441F-AA90-9AE34BE7939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47396778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931A421C4B42B75EB81AB90257FF" ma:contentTypeVersion="3" ma:contentTypeDescription="Create a new document." ma:contentTypeScope="" ma:versionID="2cc3e1f9ecd1de2b3f96eb5d2966dc8c">
  <xsd:schema xmlns:xsd="http://www.w3.org/2001/XMLSchema" xmlns:xs="http://www.w3.org/2001/XMLSchema" xmlns:p="http://schemas.microsoft.com/office/2006/metadata/properties" xmlns:ns2="0fd6c2ee-7a42-4096-bee0-7566b19b8388" targetNamespace="http://schemas.microsoft.com/office/2006/metadata/properties" ma:root="true" ma:fieldsID="9adb38b5bb7337dbe1890ad4b961913c" ns2:_="">
    <xsd:import namespace="0fd6c2ee-7a42-4096-bee0-7566b19b83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6c2ee-7a42-4096-bee0-7566b19b83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F201E5-5FF5-4B66-AD57-6A5A03668CB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C77780-A02C-44E8-A942-CF113F8CCED5}">
  <ds:schemaRefs>
    <ds:schemaRef ds:uri="5775c0f8-94d4-415d-85db-b514c10c207c"/>
    <ds:schemaRef ds:uri="b1696eea-1f70-4b29-921b-d05a1e89eb7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F5BED75-BC8E-439E-B7C6-516C2DD526D4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301</Words>
  <Application>Microsoft Office PowerPoint</Application>
  <PresentationFormat>A4 Paper (210x297 mm)</PresentationFormat>
  <Paragraphs>111</Paragraphs>
  <Slides>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Default</vt:lpstr>
      <vt:lpstr>Default 1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Tomoko Wada</dc:creator>
  <cp:lastModifiedBy>Laxmikant Shaligram</cp:lastModifiedBy>
  <cp:revision>732</cp:revision>
  <cp:lastPrinted>2023-05-24T09:27:22Z</cp:lastPrinted>
  <dcterms:modified xsi:type="dcterms:W3CDTF">2023-06-19T18:45:47Z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0x010100ECD7931A421C4B42B75EB81AB90257FF</vt:lpwstr>
  </property>
</Properties>
</file>