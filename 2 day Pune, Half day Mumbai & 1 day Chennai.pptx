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66" r:id="rId5"/>
    <p:sldId id="271" r:id="rId6"/>
    <p:sldId id="275" r:id="rId7"/>
    <p:sldId id="278" r:id="rId8"/>
    <p:sldId id="274" r:id="rId9"/>
    <p:sldId id="277" r:id="rId10"/>
    <p:sldId id="261" r:id="rId11"/>
  </p:sldIdLst>
  <p:sldSz cx="6858000" cy="9906000" type="A4"/>
  <p:notesSz cx="9939338" cy="143684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CBF56-DA7F-423C-B306-75CB805F6159}" v="65" dt="2025-10-06T05:08:39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80" y="-2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Muley" userId="fc9611ef-b07b-4d86-9aa1-495c9ef29130" providerId="ADAL" clId="{23A548E8-E5D5-4A77-9AFD-06175A768A73}"/>
    <pc:docChg chg="custSel addSld delSld modSld">
      <pc:chgData name="Avinash Muley" userId="fc9611ef-b07b-4d86-9aa1-495c9ef29130" providerId="ADAL" clId="{23A548E8-E5D5-4A77-9AFD-06175A768A73}" dt="2025-10-01T10:21:38.733" v="271" actId="20577"/>
      <pc:docMkLst>
        <pc:docMk/>
      </pc:docMkLst>
      <pc:sldChg chg="modSp mod">
        <pc:chgData name="Avinash Muley" userId="fc9611ef-b07b-4d86-9aa1-495c9ef29130" providerId="ADAL" clId="{23A548E8-E5D5-4A77-9AFD-06175A768A73}" dt="2025-09-29T06:49:53.926" v="33" actId="20577"/>
        <pc:sldMkLst>
          <pc:docMk/>
          <pc:sldMk cId="700137777" sldId="275"/>
        </pc:sldMkLst>
        <pc:graphicFrameChg chg="modGraphic">
          <ac:chgData name="Avinash Muley" userId="fc9611ef-b07b-4d86-9aa1-495c9ef29130" providerId="ADAL" clId="{23A548E8-E5D5-4A77-9AFD-06175A768A73}" dt="2025-09-29T06:49:53.926" v="33" actId="20577"/>
          <ac:graphicFrameMkLst>
            <pc:docMk/>
            <pc:sldMk cId="700137777" sldId="275"/>
            <ac:graphicFrameMk id="9" creationId="{D8FDBDBE-BB12-1498-F74D-F6FBD1E0AEF1}"/>
          </ac:graphicFrameMkLst>
        </pc:graphicFrameChg>
      </pc:sldChg>
      <pc:sldChg chg="modSp mod">
        <pc:chgData name="Avinash Muley" userId="fc9611ef-b07b-4d86-9aa1-495c9ef29130" providerId="ADAL" clId="{23A548E8-E5D5-4A77-9AFD-06175A768A73}" dt="2025-09-30T12:22:42.982" v="215" actId="20577"/>
        <pc:sldMkLst>
          <pc:docMk/>
          <pc:sldMk cId="2963485742" sldId="276"/>
        </pc:sldMkLst>
      </pc:sldChg>
      <pc:sldChg chg="modSp mod">
        <pc:chgData name="Avinash Muley" userId="fc9611ef-b07b-4d86-9aa1-495c9ef29130" providerId="ADAL" clId="{23A548E8-E5D5-4A77-9AFD-06175A768A73}" dt="2025-10-01T10:21:38.733" v="271" actId="20577"/>
        <pc:sldMkLst>
          <pc:docMk/>
          <pc:sldMk cId="983706332" sldId="277"/>
        </pc:sldMkLst>
        <pc:graphicFrameChg chg="mod modGraphic">
          <ac:chgData name="Avinash Muley" userId="fc9611ef-b07b-4d86-9aa1-495c9ef29130" providerId="ADAL" clId="{23A548E8-E5D5-4A77-9AFD-06175A768A73}" dt="2025-10-01T10:21:38.733" v="271" actId="20577"/>
          <ac:graphicFrameMkLst>
            <pc:docMk/>
            <pc:sldMk cId="983706332" sldId="277"/>
            <ac:graphicFrameMk id="7" creationId="{4EDBE336-3950-0E9C-A6C6-632DE51EE6F9}"/>
          </ac:graphicFrameMkLst>
        </pc:graphicFrameChg>
      </pc:sldChg>
    </pc:docChg>
  </pc:docChgLst>
  <pc:docChgLst>
    <pc:chgData name="Avinash Muley" userId="fc9611ef-b07b-4d86-9aa1-495c9ef29130" providerId="ADAL" clId="{9E4CBF56-DA7F-423C-B306-75CB805F6159}"/>
    <pc:docChg chg="undo redo custSel addSld delSld modSld">
      <pc:chgData name="Avinash Muley" userId="fc9611ef-b07b-4d86-9aa1-495c9ef29130" providerId="ADAL" clId="{9E4CBF56-DA7F-423C-B306-75CB805F6159}" dt="2025-10-07T22:07:36.291" v="2975" actId="20577"/>
      <pc:docMkLst>
        <pc:docMk/>
      </pc:docMkLst>
      <pc:sldChg chg="modSp mod">
        <pc:chgData name="Avinash Muley" userId="fc9611ef-b07b-4d86-9aa1-495c9ef29130" providerId="ADAL" clId="{9E4CBF56-DA7F-423C-B306-75CB805F6159}" dt="2025-10-03T16:00:22.233" v="7" actId="1076"/>
        <pc:sldMkLst>
          <pc:docMk/>
          <pc:sldMk cId="74075854" sldId="266"/>
        </pc:sldMkLst>
        <pc:spChg chg="mod">
          <ac:chgData name="Avinash Muley" userId="fc9611ef-b07b-4d86-9aa1-495c9ef29130" providerId="ADAL" clId="{9E4CBF56-DA7F-423C-B306-75CB805F6159}" dt="2025-10-03T16:00:04.799" v="5" actId="20577"/>
          <ac:spMkLst>
            <pc:docMk/>
            <pc:sldMk cId="74075854" sldId="266"/>
            <ac:spMk id="11" creationId="{00000000-0000-0000-0000-000000000000}"/>
          </ac:spMkLst>
        </pc:spChg>
        <pc:picChg chg="mod">
          <ac:chgData name="Avinash Muley" userId="fc9611ef-b07b-4d86-9aa1-495c9ef29130" providerId="ADAL" clId="{9E4CBF56-DA7F-423C-B306-75CB805F6159}" dt="2025-10-03T16:00:22.233" v="7" actId="1076"/>
          <ac:picMkLst>
            <pc:docMk/>
            <pc:sldMk cId="74075854" sldId="266"/>
            <ac:picMk id="3" creationId="{00000000-0000-0000-0000-000000000000}"/>
          </ac:picMkLst>
        </pc:picChg>
      </pc:sldChg>
      <pc:sldChg chg="delSp modSp mod">
        <pc:chgData name="Avinash Muley" userId="fc9611ef-b07b-4d86-9aa1-495c9ef29130" providerId="ADAL" clId="{9E4CBF56-DA7F-423C-B306-75CB805F6159}" dt="2025-10-05T13:10:29.447" v="2966"/>
        <pc:sldMkLst>
          <pc:docMk/>
          <pc:sldMk cId="3834055786" sldId="271"/>
        </pc:sldMkLst>
        <pc:spChg chg="mod">
          <ac:chgData name="Avinash Muley" userId="fc9611ef-b07b-4d86-9aa1-495c9ef29130" providerId="ADAL" clId="{9E4CBF56-DA7F-423C-B306-75CB805F6159}" dt="2025-10-05T13:10:29.447" v="2966"/>
          <ac:spMkLst>
            <pc:docMk/>
            <pc:sldMk cId="3834055786" sldId="271"/>
            <ac:spMk id="7" creationId="{1BA6C0B0-78FE-A441-CD95-AEC9F24887A4}"/>
          </ac:spMkLst>
        </pc:spChg>
        <pc:spChg chg="mod">
          <ac:chgData name="Avinash Muley" userId="fc9611ef-b07b-4d86-9aa1-495c9ef29130" providerId="ADAL" clId="{9E4CBF56-DA7F-423C-B306-75CB805F6159}" dt="2025-10-04T14:06:35.730" v="528" actId="20577"/>
          <ac:spMkLst>
            <pc:docMk/>
            <pc:sldMk cId="3834055786" sldId="271"/>
            <ac:spMk id="8" creationId="{0B407A7A-8ABE-A296-A99D-0FFD5CD6D4C6}"/>
          </ac:spMkLst>
        </pc:spChg>
        <pc:spChg chg="mod">
          <ac:chgData name="Avinash Muley" userId="fc9611ef-b07b-4d86-9aa1-495c9ef29130" providerId="ADAL" clId="{9E4CBF56-DA7F-423C-B306-75CB805F6159}" dt="2025-10-04T15:32:34.260" v="2922" actId="20577"/>
          <ac:spMkLst>
            <pc:docMk/>
            <pc:sldMk cId="3834055786" sldId="271"/>
            <ac:spMk id="10" creationId="{3561887D-1FEE-200B-00F6-8F5DE7B8BF66}"/>
          </ac:spMkLst>
        </pc:spChg>
        <pc:spChg chg="mod">
          <ac:chgData name="Avinash Muley" userId="fc9611ef-b07b-4d86-9aa1-495c9ef29130" providerId="ADAL" clId="{9E4CBF56-DA7F-423C-B306-75CB805F6159}" dt="2025-10-03T16:08:22.843" v="523" actId="20577"/>
          <ac:spMkLst>
            <pc:docMk/>
            <pc:sldMk cId="3834055786" sldId="271"/>
            <ac:spMk id="13" creationId="{BCA55E89-89CD-BA15-5CE9-12EB7F30E687}"/>
          </ac:spMkLst>
        </pc:spChg>
      </pc:sldChg>
      <pc:sldChg chg="del">
        <pc:chgData name="Avinash Muley" userId="fc9611ef-b07b-4d86-9aa1-495c9ef29130" providerId="ADAL" clId="{9E4CBF56-DA7F-423C-B306-75CB805F6159}" dt="2025-10-03T16:08:47.047" v="524" actId="2696"/>
        <pc:sldMkLst>
          <pc:docMk/>
          <pc:sldMk cId="288092654" sldId="274"/>
        </pc:sldMkLst>
      </pc:sldChg>
      <pc:sldChg chg="modSp add mod">
        <pc:chgData name="Avinash Muley" userId="fc9611ef-b07b-4d86-9aa1-495c9ef29130" providerId="ADAL" clId="{9E4CBF56-DA7F-423C-B306-75CB805F6159}" dt="2025-10-04T19:51:38.320" v="2950" actId="120"/>
        <pc:sldMkLst>
          <pc:docMk/>
          <pc:sldMk cId="1189765876" sldId="274"/>
        </pc:sldMkLst>
        <pc:graphicFrameChg chg="mod modGraphic">
          <ac:chgData name="Avinash Muley" userId="fc9611ef-b07b-4d86-9aa1-495c9ef29130" providerId="ADAL" clId="{9E4CBF56-DA7F-423C-B306-75CB805F6159}" dt="2025-10-04T19:51:38.320" v="2950" actId="120"/>
          <ac:graphicFrameMkLst>
            <pc:docMk/>
            <pc:sldMk cId="1189765876" sldId="274"/>
            <ac:graphicFrameMk id="8" creationId="{469A75BD-28B8-3506-6BA2-78B1A4D5AD3D}"/>
          </ac:graphicFrameMkLst>
        </pc:graphicFrameChg>
      </pc:sldChg>
      <pc:sldChg chg="modSp mod">
        <pc:chgData name="Avinash Muley" userId="fc9611ef-b07b-4d86-9aa1-495c9ef29130" providerId="ADAL" clId="{9E4CBF56-DA7F-423C-B306-75CB805F6159}" dt="2025-10-06T05:08:39.522" v="2969" actId="20577"/>
        <pc:sldMkLst>
          <pc:docMk/>
          <pc:sldMk cId="700137777" sldId="275"/>
        </pc:sldMkLst>
        <pc:graphicFrameChg chg="mod modGraphic">
          <ac:chgData name="Avinash Muley" userId="fc9611ef-b07b-4d86-9aa1-495c9ef29130" providerId="ADAL" clId="{9E4CBF56-DA7F-423C-B306-75CB805F6159}" dt="2025-10-06T05:08:39.522" v="2969" actId="20577"/>
          <ac:graphicFrameMkLst>
            <pc:docMk/>
            <pc:sldMk cId="700137777" sldId="275"/>
            <ac:graphicFrameMk id="9" creationId="{D8FDBDBE-BB12-1498-F74D-F6FBD1E0AEF1}"/>
          </ac:graphicFrameMkLst>
        </pc:graphicFrameChg>
      </pc:sldChg>
      <pc:sldChg chg="del">
        <pc:chgData name="Avinash Muley" userId="fc9611ef-b07b-4d86-9aa1-495c9ef29130" providerId="ADAL" clId="{9E4CBF56-DA7F-423C-B306-75CB805F6159}" dt="2025-10-04T14:25:08.759" v="1153" actId="2696"/>
        <pc:sldMkLst>
          <pc:docMk/>
          <pc:sldMk cId="2963485742" sldId="276"/>
        </pc:sldMkLst>
      </pc:sldChg>
      <pc:sldChg chg="modSp mod">
        <pc:chgData name="Avinash Muley" userId="fc9611ef-b07b-4d86-9aa1-495c9ef29130" providerId="ADAL" clId="{9E4CBF56-DA7F-423C-B306-75CB805F6159}" dt="2025-10-07T22:07:36.291" v="2975" actId="20577"/>
        <pc:sldMkLst>
          <pc:docMk/>
          <pc:sldMk cId="983706332" sldId="277"/>
        </pc:sldMkLst>
        <pc:graphicFrameChg chg="mod modGraphic">
          <ac:chgData name="Avinash Muley" userId="fc9611ef-b07b-4d86-9aa1-495c9ef29130" providerId="ADAL" clId="{9E4CBF56-DA7F-423C-B306-75CB805F6159}" dt="2025-10-07T22:07:36.291" v="2975" actId="20577"/>
          <ac:graphicFrameMkLst>
            <pc:docMk/>
            <pc:sldMk cId="983706332" sldId="277"/>
            <ac:graphicFrameMk id="7" creationId="{4EDBE336-3950-0E9C-A6C6-632DE51EE6F9}"/>
          </ac:graphicFrameMkLst>
        </pc:graphicFrameChg>
      </pc:sldChg>
      <pc:sldChg chg="modSp add mod">
        <pc:chgData name="Avinash Muley" userId="fc9611ef-b07b-4d86-9aa1-495c9ef29130" providerId="ADAL" clId="{9E4CBF56-DA7F-423C-B306-75CB805F6159}" dt="2025-10-04T15:33:58.008" v="2943" actId="1036"/>
        <pc:sldMkLst>
          <pc:docMk/>
          <pc:sldMk cId="3562785462" sldId="278"/>
        </pc:sldMkLst>
        <pc:spChg chg="mod">
          <ac:chgData name="Avinash Muley" userId="fc9611ef-b07b-4d86-9aa1-495c9ef29130" providerId="ADAL" clId="{9E4CBF56-DA7F-423C-B306-75CB805F6159}" dt="2025-10-04T14:25:16.152" v="1155" actId="20577"/>
          <ac:spMkLst>
            <pc:docMk/>
            <pc:sldMk cId="3562785462" sldId="278"/>
            <ac:spMk id="3" creationId="{8D1312F3-F8D3-E9ED-FAA2-9ADC301205D1}"/>
          </ac:spMkLst>
        </pc:spChg>
        <pc:graphicFrameChg chg="mod modGraphic">
          <ac:chgData name="Avinash Muley" userId="fc9611ef-b07b-4d86-9aa1-495c9ef29130" providerId="ADAL" clId="{9E4CBF56-DA7F-423C-B306-75CB805F6159}" dt="2025-10-04T15:33:58.008" v="2943" actId="1036"/>
          <ac:graphicFrameMkLst>
            <pc:docMk/>
            <pc:sldMk cId="3562785462" sldId="278"/>
            <ac:graphicFrameMk id="9" creationId="{092D9ACA-5622-4DDA-94D7-2C26A05B1062}"/>
          </ac:graphicFrameMkLst>
        </pc:graphicFrameChg>
      </pc:sldChg>
    </pc:docChg>
  </pc:docChgLst>
  <pc:docChgLst>
    <pc:chgData name="Shalem T" userId="S::327760@tcs.com::24d95769-1759-4869-ac69-026ceb7824c7" providerId="AD" clId="Web-{216AB5B0-9B07-4389-ADF0-A5CA88F21CA1}"/>
    <pc:docChg chg="modSld">
      <pc:chgData name="Shalem T" userId="S::327760@tcs.com::24d95769-1759-4869-ac69-026ceb7824c7" providerId="AD" clId="Web-{216AB5B0-9B07-4389-ADF0-A5CA88F21CA1}" dt="2025-10-03T03:40:27.067" v="0" actId="1076"/>
      <pc:docMkLst>
        <pc:docMk/>
      </pc:docMkLst>
      <pc:sldChg chg="modSp">
        <pc:chgData name="Shalem T" userId="S::327760@tcs.com::24d95769-1759-4869-ac69-026ceb7824c7" providerId="AD" clId="Web-{216AB5B0-9B07-4389-ADF0-A5CA88F21CA1}" dt="2025-10-03T03:40:27.067" v="0" actId="1076"/>
        <pc:sldMkLst>
          <pc:docMk/>
          <pc:sldMk cId="74075854" sldId="266"/>
        </pc:sldMkLst>
        <pc:picChg chg="mod">
          <ac:chgData name="Shalem T" userId="S::327760@tcs.com::24d95769-1759-4869-ac69-026ceb7824c7" providerId="AD" clId="Web-{216AB5B0-9B07-4389-ADF0-A5CA88F21CA1}" dt="2025-10-03T03:40:27.067" v="0" actId="1076"/>
          <ac:picMkLst>
            <pc:docMk/>
            <pc:sldMk cId="74075854" sldId="266"/>
            <ac:picMk id="3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4313179" cy="717904"/>
          </a:xfrm>
          <a:prstGeom prst="rect">
            <a:avLst/>
          </a:prstGeom>
          <a:noFill/>
          <a:ln>
            <a:noFill/>
          </a:ln>
        </p:spPr>
        <p:txBody>
          <a:bodyPr vert="horz" wrap="none" lIns="117235" tIns="58613" rIns="117235" bIns="58613" anchor="t" anchorCtr="0" compatLnSpc="0">
            <a:noAutofit/>
          </a:bodyPr>
          <a:lstStyle/>
          <a:p>
            <a:pPr marL="0" marR="0" lvl="0" indent="0" algn="l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900" b="0" i="0" u="none" strike="noStrike" kern="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5625690" y="0"/>
            <a:ext cx="4313179" cy="717904"/>
          </a:xfrm>
          <a:prstGeom prst="rect">
            <a:avLst/>
          </a:prstGeom>
          <a:noFill/>
          <a:ln>
            <a:noFill/>
          </a:ln>
        </p:spPr>
        <p:txBody>
          <a:bodyPr vert="horz" wrap="none" lIns="117235" tIns="58613" rIns="117235" bIns="58613" anchor="t" anchorCtr="0" compatLnSpc="0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900" b="0" i="0" u="none" strike="noStrike" kern="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3650044"/>
            <a:ext cx="4313179" cy="717904"/>
          </a:xfrm>
          <a:prstGeom prst="rect">
            <a:avLst/>
          </a:prstGeom>
          <a:noFill/>
          <a:ln>
            <a:noFill/>
          </a:ln>
        </p:spPr>
        <p:txBody>
          <a:bodyPr vert="horz" wrap="none" lIns="117235" tIns="58613" rIns="117235" bIns="58613" anchor="b" anchorCtr="0" compatLnSpc="0">
            <a:noAutofit/>
          </a:bodyPr>
          <a:lstStyle/>
          <a:p>
            <a:pPr marL="0" marR="0" lvl="0" indent="0" algn="l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900" b="0" i="0" u="none" strike="noStrike" kern="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5625690" y="13650044"/>
            <a:ext cx="4313179" cy="717904"/>
          </a:xfrm>
          <a:prstGeom prst="rect">
            <a:avLst/>
          </a:prstGeom>
          <a:noFill/>
          <a:ln>
            <a:noFill/>
          </a:ln>
        </p:spPr>
        <p:txBody>
          <a:bodyPr vert="horz" wrap="none" lIns="117235" tIns="58613" rIns="117235" bIns="58613" anchor="b" anchorCtr="0" compatLnSpc="0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t>‹#›</a:t>
            </a:fld>
            <a:endParaRPr lang="en-US" sz="1900" b="0" i="0" u="none" strike="noStrike" kern="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3579811" y="1200150"/>
            <a:ext cx="4105271" cy="5927726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1126458" y="7507233"/>
            <a:ext cx="9011146" cy="7111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4888272" cy="7897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6375782" y="0"/>
            <a:ext cx="4888272" cy="7897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5015042"/>
            <a:ext cx="4888272" cy="7897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0"/>
            <a:ext cx="512" cy="55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30640" tIns="65315" rIns="130640" bIns="65315" anchor="t" anchorCtr="0" compatLnSpc="1">
            <a:noAutofit/>
          </a:bodyPr>
          <a:lstStyle/>
          <a:p>
            <a:pPr marL="0" marR="0" lvl="0" indent="0" algn="l" defTabSz="132725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t>1</a:t>
            </a:fld>
            <a:endParaRPr lang="en-US" sz="2600" b="0" i="0" u="none" strike="noStrike" kern="0" cap="none" spc="0" baseline="0">
              <a:solidFill>
                <a:srgbClr val="000000"/>
              </a:solidFill>
              <a:uFillTx/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t>1</a:t>
            </a:fld>
            <a:endParaRPr lang="en-US" sz="2000" b="0" i="0" u="none" strike="noStrike" kern="0" cap="none" spc="0" baseline="0">
              <a:solidFill>
                <a:srgbClr val="000000"/>
              </a:solidFill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0"/>
            <a:ext cx="512" cy="557"/>
          </a:xfrm>
        </p:spPr>
        <p:txBody>
          <a:bodyPr lIns="130640" tIns="65315" rIns="130640" bIns="65315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4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t>2</a:t>
            </a:fld>
            <a:endParaRPr lang="en-US" sz="2000" b="0" i="0" u="none" strike="noStrike" kern="0" cap="none" spc="0" baseline="0">
              <a:solidFill>
                <a:srgbClr val="000000"/>
              </a:solidFill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581400" y="1200150"/>
            <a:ext cx="4102100" cy="59261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1126458" y="7507233"/>
            <a:ext cx="9011146" cy="711238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3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A28C-CB0B-E57B-7626-33557F6C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0C384AFA-9AFB-7BFD-9133-1B30B9288A99}"/>
              </a:ext>
            </a:extLst>
          </p:cNvPr>
          <p:cNvSpPr txBox="1"/>
          <p:nvPr/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C6561C-E067-42C1-9788-28BBABEF22DD}" type="slidenum">
              <a:t>3</a:t>
            </a:fld>
            <a:endParaRPr lang="en-US" sz="2000" b="0" i="0" u="none" strike="noStrike" kern="0" cap="none" spc="0" baseline="0">
              <a:solidFill>
                <a:srgbClr val="000000"/>
              </a:solidFill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6939FB5D-471D-E0EE-6FDD-B698633C1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103563" y="1092200"/>
            <a:ext cx="3730625" cy="538638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9BBF292F-1A92-319B-FA5B-5A322F3A6D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934" y="6825017"/>
            <a:ext cx="7950954" cy="64658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6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28B2-1E23-09E3-CA1F-5442A63D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B1206A97-BB35-1A93-0929-4EE3D90143D3}"/>
              </a:ext>
            </a:extLst>
          </p:cNvPr>
          <p:cNvSpPr txBox="1"/>
          <p:nvPr/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C6561C-E067-42C1-9788-28BBABEF22DD}" type="slidenum">
              <a:t>4</a:t>
            </a:fld>
            <a:endParaRPr lang="en-US" sz="2000" b="0" i="0" u="none" strike="noStrike" kern="0" cap="none" spc="0" baseline="0">
              <a:solidFill>
                <a:srgbClr val="000000"/>
              </a:solidFill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550BD24E-7E71-3096-D8FD-97231E4E2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103563" y="1092200"/>
            <a:ext cx="3730625" cy="538638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0C43471B-AE5C-028F-4377-0738921844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934" y="6825017"/>
            <a:ext cx="7950954" cy="64658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83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4736-1557-17EC-8A01-0471AEEC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CE3A0894-F906-A322-E7CB-245B568BDE5B}"/>
              </a:ext>
            </a:extLst>
          </p:cNvPr>
          <p:cNvSpPr txBox="1"/>
          <p:nvPr/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C6561C-E067-42C1-9788-28BBABEF22DD}" type="slidenum">
              <a:t>5</a:t>
            </a:fld>
            <a:endParaRPr lang="en-US" sz="2000" b="0" i="0" u="none" strike="noStrike" kern="0" cap="none" spc="0" baseline="0">
              <a:solidFill>
                <a:srgbClr val="000000"/>
              </a:solidFill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844B692B-9069-00EE-065C-261E62725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103563" y="1092200"/>
            <a:ext cx="3730625" cy="538638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D8A570EC-CE57-83D7-30E1-7E09A1CA33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934" y="6825017"/>
            <a:ext cx="7950954" cy="64658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43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5325-59C7-2AB4-50C0-8CF256E9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44B537E1-17FD-D1FA-18DE-CF95598A3A3A}"/>
              </a:ext>
            </a:extLst>
          </p:cNvPr>
          <p:cNvSpPr txBox="1"/>
          <p:nvPr/>
        </p:nvSpPr>
        <p:spPr>
          <a:xfrm>
            <a:off x="6375782" y="15015042"/>
            <a:ext cx="4888272" cy="7897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1327251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C6561C-E067-42C1-9788-28BBABEF22DD}" type="slidenum">
              <a:t>6</a:t>
            </a:fld>
            <a:endParaRPr lang="en-US" sz="2000" b="0" i="0" u="none" strike="noStrike" kern="0" cap="none" spc="0" baseline="0">
              <a:solidFill>
                <a:srgbClr val="000000"/>
              </a:solidFill>
              <a:uFillTx/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205BEF01-95B1-BAD0-946B-2D50DE66F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103563" y="1092200"/>
            <a:ext cx="3730625" cy="538638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030F112E-8268-AC48-D37A-F1B1F54C0E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93934" y="6825017"/>
            <a:ext cx="7950954" cy="64658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98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>
          <a:xfrm>
            <a:off x="4409396" y="5517476"/>
            <a:ext cx="1542601" cy="527041"/>
          </a:xfrm>
        </p:spPr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10/5/2025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4414498" y="70859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4E869-8B99-6BD0-A7CF-9705B3AC07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14739" y="7940005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4DCAE1-DC62-044C-29E6-E9BC67ABE7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43463" y="24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9D1470A-2760-777E-A3B2-E4D82DFF56F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5700" y="940911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93436-F99C-4A84-B80F-C5B0F3F2C77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FE15-F600-452A-9310-FC4C392C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8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549322" y="7802393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10/5/2025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4549322" y="8897395"/>
            <a:ext cx="2265480" cy="1022408"/>
            <a:chOff x="4549322" y="8897395"/>
            <a:chExt cx="2265480" cy="1022408"/>
          </a:xfrm>
        </p:grpSpPr>
        <p:sp>
          <p:nvSpPr>
            <p:cNvPr id="16" name="Right Triangle 21"/>
            <p:cNvSpPr/>
            <p:nvPr/>
          </p:nvSpPr>
          <p:spPr>
            <a:xfrm flipH="1">
              <a:off x="4549322" y="8897395"/>
              <a:ext cx="2265480" cy="101628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>
                <a:alpha val="50000"/>
              </a:srgbClr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/>
          </p:nvSpPr>
          <p:spPr>
            <a:xfrm flipH="1">
              <a:off x="5393524" y="9284762"/>
              <a:ext cx="1415884" cy="63504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791B53-0112-113F-0586-3EC21C593C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103200" y="9556076"/>
            <a:ext cx="6508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TCS Internal</a:t>
            </a:r>
          </a:p>
        </p:txBody>
      </p:sp>
      <p:pic>
        <p:nvPicPr>
          <p:cNvPr id="4" name="Picture 3" descr="A close-up of a sign&#10;&#10;Description automatically generated">
            <a:extLst>
              <a:ext uri="{FF2B5EF4-FFF2-40B4-BE49-F238E27FC236}">
                <a16:creationId xmlns:a16="http://schemas.microsoft.com/office/drawing/2014/main" id="{884D02F7-B619-C30A-1AF6-A4517582D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17" y="9350212"/>
            <a:ext cx="1689205" cy="4033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36794" y="-134285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42476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514521" cy="15847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7" y="2013115"/>
            <a:ext cx="2582635" cy="15749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2" y="2003395"/>
            <a:ext cx="2818303" cy="15847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92370" y="3597834"/>
            <a:ext cx="6405482" cy="440333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 dirty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800" b="1" dirty="0">
              <a:solidFill>
                <a:srgbClr val="000000"/>
              </a:solidFill>
              <a:latin typeface="Calibri Light" pitchFamily="18"/>
              <a:ea typeface="Microsoft YaHei" pitchFamily="2"/>
              <a:cs typeface="Calibri Light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800" b="1" dirty="0">
              <a:solidFill>
                <a:srgbClr val="000000"/>
              </a:solidFill>
              <a:latin typeface="Calibri Light" pitchFamily="18"/>
              <a:ea typeface="Microsoft YaHei" pitchFamily="2"/>
              <a:cs typeface="Calibri Light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1" dirty="0">
              <a:solidFill>
                <a:srgbClr val="000000"/>
              </a:solidFill>
              <a:latin typeface="Calibri Light" pitchFamily="18"/>
              <a:ea typeface="Microsoft YaHei" pitchFamily="2"/>
              <a:cs typeface="Calibri Light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kern="0" dirty="0">
                <a:solidFill>
                  <a:srgbClr val="000000"/>
                </a:solidFill>
                <a:latin typeface="Calibri Light" pitchFamily="18"/>
                <a:ea typeface="Microsoft YaHei" pitchFamily="2"/>
                <a:cs typeface="Calibri Light" pitchFamily="34"/>
              </a:rPr>
              <a:t>Oct-2025</a:t>
            </a:r>
            <a:endParaRPr lang="en-US" sz="3200" b="1" i="0" u="none" strike="noStrike" kern="1200" cap="none" spc="0" baseline="0" dirty="0">
              <a:solidFill>
                <a:srgbClr val="000000"/>
              </a:solidFill>
              <a:uFillTx/>
              <a:latin typeface="Calibri Light" pitchFamily="18"/>
              <a:ea typeface="Microsoft YaHei" pitchFamily="2"/>
              <a:cs typeface="Calibri Light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7407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230757" y="3565214"/>
            <a:ext cx="2014896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Japan</a:t>
            </a:r>
          </a:p>
        </p:txBody>
      </p:sp>
      <p:sp>
        <p:nvSpPr>
          <p:cNvPr id="11" name="Rectangle 21"/>
          <p:cNvSpPr/>
          <p:nvPr/>
        </p:nvSpPr>
        <p:spPr>
          <a:xfrm>
            <a:off x="324039" y="4163807"/>
            <a:ext cx="1801549" cy="5583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BCA55E89-89CD-BA15-5CE9-12EB7F30E687}"/>
              </a:ext>
            </a:extLst>
          </p:cNvPr>
          <p:cNvSpPr/>
          <p:nvPr/>
        </p:nvSpPr>
        <p:spPr>
          <a:xfrm>
            <a:off x="135139" y="501118"/>
            <a:ext cx="3601228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dirty="0">
                <a:solidFill>
                  <a:srgbClr val="000000"/>
                </a:solidFill>
                <a:latin typeface="Calibri Light" pitchFamily="18"/>
                <a:ea typeface="Microsoft YaHei" pitchFamily="2"/>
                <a:cs typeface="Calibri Light" pitchFamily="34"/>
              </a:rPr>
              <a:t>Misumi Inc., Japan</a:t>
            </a:r>
            <a:endParaRPr lang="en-US" sz="3600" b="0" i="0" u="none" strike="noStrike" kern="1200" cap="none" spc="0" baseline="0" dirty="0">
              <a:solidFill>
                <a:srgbClr val="000000"/>
              </a:solidFill>
              <a:uFillTx/>
              <a:latin typeface="Calibri Light" pitchFamily="18"/>
              <a:ea typeface="Microsoft YaHei" pitchFamily="2"/>
              <a:cs typeface="Calibri Light" pitchFamily="34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F9E26F25-43C0-EA82-DDAE-23E9475E3E17}"/>
              </a:ext>
            </a:extLst>
          </p:cNvPr>
          <p:cNvSpPr/>
          <p:nvPr/>
        </p:nvSpPr>
        <p:spPr>
          <a:xfrm flipV="1">
            <a:off x="230757" y="1038643"/>
            <a:ext cx="2900829" cy="4571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E03D032-ABCD-65DA-9ED0-F644FD7FD3BA}"/>
              </a:ext>
            </a:extLst>
          </p:cNvPr>
          <p:cNvSpPr/>
          <p:nvPr/>
        </p:nvSpPr>
        <p:spPr>
          <a:xfrm>
            <a:off x="230757" y="5556297"/>
            <a:ext cx="1867933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India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54BA5489-3D0A-9D09-D8E0-C9C590EF712F}"/>
              </a:ext>
            </a:extLst>
          </p:cNvPr>
          <p:cNvSpPr/>
          <p:nvPr/>
        </p:nvSpPr>
        <p:spPr>
          <a:xfrm>
            <a:off x="324039" y="6154890"/>
            <a:ext cx="1801549" cy="5583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07A7A-8ABE-A296-A99D-0FFD5CD6D4C6}"/>
              </a:ext>
            </a:extLst>
          </p:cNvPr>
          <p:cNvSpPr txBox="1"/>
          <p:nvPr/>
        </p:nvSpPr>
        <p:spPr>
          <a:xfrm>
            <a:off x="-620236" y="1259019"/>
            <a:ext cx="6828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Kaoru Morino -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Corporate Officer, NEWTON </a:t>
            </a:r>
            <a:r>
              <a:rPr lang="en-US" altLang="ja-JP" sz="1400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Deplyment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Head Office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</a:t>
            </a:r>
            <a:r>
              <a:rPr lang="en-US" altLang="ja-JP" sz="1400" b="1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Yoruske</a:t>
            </a: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Amemiya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- General Manager, NEWTON </a:t>
            </a:r>
            <a:r>
              <a:rPr lang="en-US" altLang="ja-JP" sz="1400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Deplyment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Head Office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Masanao Ishihara -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Chief Director, NEWTON </a:t>
            </a:r>
            <a:r>
              <a:rPr lang="en-US" altLang="ja-JP" sz="1400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Deplyment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Head Office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</a:t>
            </a:r>
            <a:r>
              <a:rPr lang="en-US" altLang="ja-JP" sz="1400" b="1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Youngho</a:t>
            </a: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Kim -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Chief Director, NEWTON </a:t>
            </a:r>
            <a:r>
              <a:rPr lang="en-US" altLang="ja-JP" sz="1400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Deplyment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Head Office</a:t>
            </a:r>
            <a:endParaRPr lang="ja-JP" altLang="ja-JP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6C0B0-78FE-A441-CD95-AEC9F24887A4}"/>
              </a:ext>
            </a:extLst>
          </p:cNvPr>
          <p:cNvSpPr txBox="1"/>
          <p:nvPr/>
        </p:nvSpPr>
        <p:spPr>
          <a:xfrm>
            <a:off x="-620236" y="4260502"/>
            <a:ext cx="68285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Takashi Sato –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IT IS Unit Head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Yukinori Harada –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SBP- SAS Co Head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Hajime Hirose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Project Manager</a:t>
            </a:r>
            <a:endParaRPr lang="en-US" altLang="ja-JP" sz="1400" dirty="0">
              <a:solidFill>
                <a:srgbClr val="000000"/>
              </a:solidFill>
              <a:ea typeface="Microsoft YaHei" pitchFamily="2"/>
              <a:cs typeface="Mangal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1887D-1FEE-200B-00F6-8F5DE7B8BF66}"/>
              </a:ext>
            </a:extLst>
          </p:cNvPr>
          <p:cNvSpPr txBox="1"/>
          <p:nvPr/>
        </p:nvSpPr>
        <p:spPr>
          <a:xfrm>
            <a:off x="-620237" y="6296454"/>
            <a:ext cx="68285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Laxmikant Shaligram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Deputy Service Delivery Head, JDC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Sagar Borgaonkar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- Head of Strategic Initiatives, JDC</a:t>
            </a:r>
            <a:endParaRPr lang="en-US" altLang="ja-JP" sz="1400" b="1" kern="0" dirty="0">
              <a:solidFill>
                <a:srgbClr val="000000"/>
              </a:solidFill>
              <a:ea typeface="Microsoft YaHei" pitchFamily="2"/>
              <a:cs typeface="Mangal" pitchFamily="2"/>
            </a:endParaRP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Sayyad </a:t>
            </a:r>
            <a:r>
              <a:rPr lang="en-US" altLang="ja-JP" sz="1400" b="1" kern="0" dirty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Abbashaider</a:t>
            </a: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Head of Sales &amp; Solutions, IT IS 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B Vijayakumar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Delivery Head, IT IS, JDC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Sathish Kumar Jothilingam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Delivery Partner, IT IS, JDC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Unmesh Ghate –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 Program Manager, PRISM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Ms. Nivedita Kulkarni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Lead, Presales &amp; Customer Experience</a:t>
            </a:r>
          </a:p>
          <a:p>
            <a:pPr lvl="2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400" b="1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Avinash Muley </a:t>
            </a:r>
            <a:r>
              <a:rPr lang="en-US" altLang="ja-JP" sz="1400" kern="0" dirty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Lead, Presales &amp;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383405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E75D-C28C-F4BA-8F56-606D417A8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80">
            <a:extLst>
              <a:ext uri="{FF2B5EF4-FFF2-40B4-BE49-F238E27FC236}">
                <a16:creationId xmlns:a16="http://schemas.microsoft.com/office/drawing/2014/main" id="{C0E83F38-FF37-D558-D5B0-ADACF2FE6B1B}"/>
              </a:ext>
            </a:extLst>
          </p:cNvPr>
          <p:cNvSpPr/>
          <p:nvPr/>
        </p:nvSpPr>
        <p:spPr>
          <a:xfrm>
            <a:off x="5923803" y="9720355"/>
            <a:ext cx="849596" cy="12203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0" tIns="0" rIns="0" bIns="0" anchor="ctr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Mangal" pitchFamily="2"/>
              </a:rPr>
              <a:t>studioppt I 11 I 2018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20C019F5-56CF-1214-938C-A483EB99ACAB}"/>
              </a:ext>
            </a:extLst>
          </p:cNvPr>
          <p:cNvSpPr/>
          <p:nvPr/>
        </p:nvSpPr>
        <p:spPr>
          <a:xfrm>
            <a:off x="397078" y="183861"/>
            <a:ext cx="4411065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 @Pune Day-1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FF98FB44-009F-B257-04D4-29CBF409C9F6}"/>
              </a:ext>
            </a:extLst>
          </p:cNvPr>
          <p:cNvSpPr/>
          <p:nvPr/>
        </p:nvSpPr>
        <p:spPr>
          <a:xfrm>
            <a:off x="376915" y="760582"/>
            <a:ext cx="4470252" cy="4902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970B41CA-0F36-81FF-0FEF-EBE68C57B670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FE2C66FE-31FE-0761-9AA6-7819DB6D24B8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FDBDBE-BB12-1498-F74D-F6FBD1E0A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56056"/>
              </p:ext>
            </p:extLst>
          </p:nvPr>
        </p:nvGraphicFramePr>
        <p:xfrm>
          <a:off x="318421" y="927186"/>
          <a:ext cx="6172200" cy="6883786"/>
        </p:xfrm>
        <a:graphic>
          <a:graphicData uri="http://schemas.openxmlformats.org/drawingml/2006/table">
            <a:tbl>
              <a:tblPr/>
              <a:tblGrid>
                <a:gridCol w="542832">
                  <a:extLst>
                    <a:ext uri="{9D8B030D-6E8A-4147-A177-3AD203B41FA5}">
                      <a16:colId xmlns:a16="http://schemas.microsoft.com/office/drawing/2014/main" val="2609312081"/>
                    </a:ext>
                  </a:extLst>
                </a:gridCol>
                <a:gridCol w="542832">
                  <a:extLst>
                    <a:ext uri="{9D8B030D-6E8A-4147-A177-3AD203B41FA5}">
                      <a16:colId xmlns:a16="http://schemas.microsoft.com/office/drawing/2014/main" val="2018006638"/>
                    </a:ext>
                  </a:extLst>
                </a:gridCol>
                <a:gridCol w="542832">
                  <a:extLst>
                    <a:ext uri="{9D8B030D-6E8A-4147-A177-3AD203B41FA5}">
                      <a16:colId xmlns:a16="http://schemas.microsoft.com/office/drawing/2014/main" val="842058757"/>
                    </a:ext>
                  </a:extLst>
                </a:gridCol>
                <a:gridCol w="2221590">
                  <a:extLst>
                    <a:ext uri="{9D8B030D-6E8A-4147-A177-3AD203B41FA5}">
                      <a16:colId xmlns:a16="http://schemas.microsoft.com/office/drawing/2014/main" val="1311071627"/>
                    </a:ext>
                  </a:extLst>
                </a:gridCol>
                <a:gridCol w="1166083">
                  <a:extLst>
                    <a:ext uri="{9D8B030D-6E8A-4147-A177-3AD203B41FA5}">
                      <a16:colId xmlns:a16="http://schemas.microsoft.com/office/drawing/2014/main" val="2359959715"/>
                    </a:ext>
                  </a:extLst>
                </a:gridCol>
                <a:gridCol w="1156031">
                  <a:extLst>
                    <a:ext uri="{9D8B030D-6E8A-4147-A177-3AD203B41FA5}">
                      <a16:colId xmlns:a16="http://schemas.microsoft.com/office/drawing/2014/main" val="2351327330"/>
                    </a:ext>
                  </a:extLst>
                </a:gridCol>
              </a:tblGrid>
              <a:tr h="314439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6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 Oct 2025 (Monday) – S2 Boardroom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0597"/>
                  </a:ext>
                </a:extLst>
              </a:tr>
              <a:tr h="5390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Start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End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Duration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Agenda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Presenter (s)/ Stories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Location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16556"/>
                  </a:ext>
                </a:extLst>
              </a:tr>
              <a:tr h="3818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from Hotel to TCS SP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851017"/>
                  </a:ext>
                </a:extLst>
              </a:tr>
              <a:tr h="3818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Reception &amp; Security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Avinash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 Gate-2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686546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Visit Agenda / Member Introduction / Context setting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S2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82103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MISUMI Expectation in India visit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MISUMI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S2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31222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Break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S2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46644"/>
                  </a:ext>
                </a:extLst>
              </a:tr>
              <a:tr h="539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Major Japanese integrated trading and investment Company Case study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Shishank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Team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S2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930135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Lunch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A1 Poolside EDR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79341"/>
                  </a:ext>
                </a:extLst>
              </a:tr>
              <a:tr h="6288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Hikari Academy </a:t>
                      </a:r>
                      <a:r>
                        <a:rPr lang="en-IN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Floorwalk</a:t>
                      </a: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&amp; Campus Tour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Sagar/ Nivedita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S2, Ground Floor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30104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Japanese Multinational Convenience Store Company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Floorwalk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Shishank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S3, 1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Floor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49508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Travel to SP2, Reception &amp; Security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436232"/>
                  </a:ext>
                </a:extLst>
              </a:tr>
              <a:tr h="5390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TCS Research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Floorwalk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Divyesh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SP-2, TCS Research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62902"/>
                  </a:ext>
                </a:extLst>
              </a:tr>
              <a:tr h="404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Day1 Wrap-up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SP-2 TCS Research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109998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Restaurant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8043"/>
                  </a:ext>
                </a:extLst>
              </a:tr>
              <a:tr h="6288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Dinner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sv-SE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Taj Vivanta, MYNT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986496"/>
                  </a:ext>
                </a:extLst>
              </a:tr>
              <a:tr h="291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Hotel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JW Marriott Pune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542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13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54DF-3B67-80C7-727D-78AC577A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80">
            <a:extLst>
              <a:ext uri="{FF2B5EF4-FFF2-40B4-BE49-F238E27FC236}">
                <a16:creationId xmlns:a16="http://schemas.microsoft.com/office/drawing/2014/main" id="{D354F6EE-109A-0278-FCC4-81E7DBF349C6}"/>
              </a:ext>
            </a:extLst>
          </p:cNvPr>
          <p:cNvSpPr/>
          <p:nvPr/>
        </p:nvSpPr>
        <p:spPr>
          <a:xfrm>
            <a:off x="5923803" y="9720355"/>
            <a:ext cx="849596" cy="12203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0" tIns="0" rIns="0" bIns="0" anchor="ctr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Mangal" pitchFamily="2"/>
              </a:rPr>
              <a:t>studioppt I 11 I 2018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8D1312F3-F8D3-E9ED-FAA2-9ADC301205D1}"/>
              </a:ext>
            </a:extLst>
          </p:cNvPr>
          <p:cNvSpPr/>
          <p:nvPr/>
        </p:nvSpPr>
        <p:spPr>
          <a:xfrm>
            <a:off x="397078" y="183861"/>
            <a:ext cx="4411065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 @Pune Day-2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09F8585B-667B-53C1-B425-08052C2C7150}"/>
              </a:ext>
            </a:extLst>
          </p:cNvPr>
          <p:cNvSpPr/>
          <p:nvPr/>
        </p:nvSpPr>
        <p:spPr>
          <a:xfrm>
            <a:off x="376915" y="760582"/>
            <a:ext cx="4470252" cy="4902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A370FBEA-4BC2-4B35-E5FD-88C332506D8A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7D310292-A347-29DE-6A31-DFBC32C042AC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92D9ACA-5622-4DDA-94D7-2C26A05B1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36104"/>
              </p:ext>
            </p:extLst>
          </p:nvPr>
        </p:nvGraphicFramePr>
        <p:xfrm>
          <a:off x="318420" y="914486"/>
          <a:ext cx="6260180" cy="6102182"/>
        </p:xfrm>
        <a:graphic>
          <a:graphicData uri="http://schemas.openxmlformats.org/drawingml/2006/table">
            <a:tbl>
              <a:tblPr/>
              <a:tblGrid>
                <a:gridCol w="550570">
                  <a:extLst>
                    <a:ext uri="{9D8B030D-6E8A-4147-A177-3AD203B41FA5}">
                      <a16:colId xmlns:a16="http://schemas.microsoft.com/office/drawing/2014/main" val="2609312081"/>
                    </a:ext>
                  </a:extLst>
                </a:gridCol>
                <a:gridCol w="550570">
                  <a:extLst>
                    <a:ext uri="{9D8B030D-6E8A-4147-A177-3AD203B41FA5}">
                      <a16:colId xmlns:a16="http://schemas.microsoft.com/office/drawing/2014/main" val="2018006638"/>
                    </a:ext>
                  </a:extLst>
                </a:gridCol>
                <a:gridCol w="550570">
                  <a:extLst>
                    <a:ext uri="{9D8B030D-6E8A-4147-A177-3AD203B41FA5}">
                      <a16:colId xmlns:a16="http://schemas.microsoft.com/office/drawing/2014/main" val="842058757"/>
                    </a:ext>
                  </a:extLst>
                </a:gridCol>
                <a:gridCol w="2253257">
                  <a:extLst>
                    <a:ext uri="{9D8B030D-6E8A-4147-A177-3AD203B41FA5}">
                      <a16:colId xmlns:a16="http://schemas.microsoft.com/office/drawing/2014/main" val="1311071627"/>
                    </a:ext>
                  </a:extLst>
                </a:gridCol>
                <a:gridCol w="1182704">
                  <a:extLst>
                    <a:ext uri="{9D8B030D-6E8A-4147-A177-3AD203B41FA5}">
                      <a16:colId xmlns:a16="http://schemas.microsoft.com/office/drawing/2014/main" val="2359959715"/>
                    </a:ext>
                  </a:extLst>
                </a:gridCol>
                <a:gridCol w="1172509">
                  <a:extLst>
                    <a:ext uri="{9D8B030D-6E8A-4147-A177-3AD203B41FA5}">
                      <a16:colId xmlns:a16="http://schemas.microsoft.com/office/drawing/2014/main" val="2351327330"/>
                    </a:ext>
                  </a:extLst>
                </a:gridCol>
              </a:tblGrid>
              <a:tr h="340024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7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 Oct 2025 (Tuesday) – S2 Boardroom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0597"/>
                  </a:ext>
                </a:extLst>
              </a:tr>
              <a:tr h="5828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Start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End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Duration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Agenda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Presenter (s)/ Stories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Location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16556"/>
                  </a:ext>
                </a:extLst>
              </a:tr>
              <a:tr h="4128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from Hotel to TCS SP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851017"/>
                  </a:ext>
                </a:extLst>
              </a:tr>
              <a:tr h="4128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Reception &amp; Security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Avinash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 Gate-2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686546"/>
                  </a:ext>
                </a:extLst>
              </a:tr>
              <a:tr h="3157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Visit Agenda (Day-2)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S2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82103"/>
                  </a:ext>
                </a:extLst>
              </a:tr>
              <a:tr h="336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Major Japanese integrated trading and investment Company </a:t>
                      </a:r>
                      <a:r>
                        <a:rPr lang="en-US" sz="1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Floorwalk</a:t>
                      </a: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Sunil &amp; Sanjay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S3, 2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nd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Floor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31222"/>
                  </a:ext>
                </a:extLst>
              </a:tr>
              <a:tr h="3157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Break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46644"/>
                  </a:ext>
                </a:extLst>
              </a:tr>
              <a:tr h="5828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PRISM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Floorwalk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&amp; TICO Discussion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Unmesh &amp; Mahesh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S3, 1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Floor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930135"/>
                  </a:ext>
                </a:extLst>
              </a:tr>
              <a:tr h="3157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Travel to SP2, Reception &amp; Security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79341"/>
                  </a:ext>
                </a:extLst>
              </a:tr>
              <a:tr h="4930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Lunch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SP-2, Concourse Floor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30104"/>
                  </a:ext>
                </a:extLst>
              </a:tr>
              <a:tr h="4071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Automation / AI for Business &amp; Operations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Shali / Abhilash/ Sachin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SP-2, 7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Floor, CR1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49508"/>
                  </a:ext>
                </a:extLst>
              </a:tr>
              <a:tr h="3157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SP2 JDC Floor Walk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SP2, 9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Floor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436232"/>
                  </a:ext>
                </a:extLst>
              </a:tr>
              <a:tr h="470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Day2 Wrap-up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SP-2, 7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Floor, CR1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629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Mumbai (Hotel)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Trident, Nariman Point, Mumbai</a:t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Taj President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109998"/>
                  </a:ext>
                </a:extLst>
              </a:tr>
              <a:tr h="336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Dinner at Hotel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Trident, Nariman Point, Frangipani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8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78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2154F-6C6A-F490-061F-3153FFAF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80">
            <a:extLst>
              <a:ext uri="{FF2B5EF4-FFF2-40B4-BE49-F238E27FC236}">
                <a16:creationId xmlns:a16="http://schemas.microsoft.com/office/drawing/2014/main" id="{F2A5A1BE-555A-6711-7FB1-17B2BC6C6343}"/>
              </a:ext>
            </a:extLst>
          </p:cNvPr>
          <p:cNvSpPr/>
          <p:nvPr/>
        </p:nvSpPr>
        <p:spPr>
          <a:xfrm>
            <a:off x="5923803" y="9720355"/>
            <a:ext cx="849596" cy="12203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0" tIns="0" rIns="0" bIns="0" anchor="ctr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Mangal" pitchFamily="2"/>
              </a:rPr>
              <a:t>studioppt I 11 I 2018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253B5C8F-8993-8690-8D70-8452FD7E1A5A}"/>
              </a:ext>
            </a:extLst>
          </p:cNvPr>
          <p:cNvSpPr/>
          <p:nvPr/>
        </p:nvSpPr>
        <p:spPr>
          <a:xfrm>
            <a:off x="397078" y="183861"/>
            <a:ext cx="3855592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 @Mumbai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1CDC3C87-5E19-E384-C227-95B65E0E0DDC}"/>
              </a:ext>
            </a:extLst>
          </p:cNvPr>
          <p:cNvSpPr/>
          <p:nvPr/>
        </p:nvSpPr>
        <p:spPr>
          <a:xfrm>
            <a:off x="376915" y="760582"/>
            <a:ext cx="3915685" cy="4902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EE62505E-3598-18FC-CE5F-CE79B05F7BBD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F5046E5A-4770-A40B-A954-7C2A47D86EEE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9A75BD-28B8-3506-6BA2-78B1A4D5A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43530"/>
              </p:ext>
            </p:extLst>
          </p:nvPr>
        </p:nvGraphicFramePr>
        <p:xfrm>
          <a:off x="146479" y="956846"/>
          <a:ext cx="6565041" cy="5016492"/>
        </p:xfrm>
        <a:graphic>
          <a:graphicData uri="http://schemas.openxmlformats.org/drawingml/2006/table">
            <a:tbl>
              <a:tblPr/>
              <a:tblGrid>
                <a:gridCol w="496105">
                  <a:extLst>
                    <a:ext uri="{9D8B030D-6E8A-4147-A177-3AD203B41FA5}">
                      <a16:colId xmlns:a16="http://schemas.microsoft.com/office/drawing/2014/main" val="4188883740"/>
                    </a:ext>
                  </a:extLst>
                </a:gridCol>
                <a:gridCol w="446809">
                  <a:extLst>
                    <a:ext uri="{9D8B030D-6E8A-4147-A177-3AD203B41FA5}">
                      <a16:colId xmlns:a16="http://schemas.microsoft.com/office/drawing/2014/main" val="189489652"/>
                    </a:ext>
                  </a:extLst>
                </a:gridCol>
                <a:gridCol w="548907">
                  <a:extLst>
                    <a:ext uri="{9D8B030D-6E8A-4147-A177-3AD203B41FA5}">
                      <a16:colId xmlns:a16="http://schemas.microsoft.com/office/drawing/2014/main" val="3670263852"/>
                    </a:ext>
                  </a:extLst>
                </a:gridCol>
                <a:gridCol w="3219450">
                  <a:extLst>
                    <a:ext uri="{9D8B030D-6E8A-4147-A177-3AD203B41FA5}">
                      <a16:colId xmlns:a16="http://schemas.microsoft.com/office/drawing/2014/main" val="4093059146"/>
                    </a:ext>
                  </a:extLst>
                </a:gridCol>
                <a:gridCol w="648747">
                  <a:extLst>
                    <a:ext uri="{9D8B030D-6E8A-4147-A177-3AD203B41FA5}">
                      <a16:colId xmlns:a16="http://schemas.microsoft.com/office/drawing/2014/main" val="429271498"/>
                    </a:ext>
                  </a:extLst>
                </a:gridCol>
                <a:gridCol w="1205023">
                  <a:extLst>
                    <a:ext uri="{9D8B030D-6E8A-4147-A177-3AD203B41FA5}">
                      <a16:colId xmlns:a16="http://schemas.microsoft.com/office/drawing/2014/main" val="2746386013"/>
                    </a:ext>
                  </a:extLst>
                </a:gridCol>
              </a:tblGrid>
              <a:tr h="379255">
                <a:tc gridSpan="6"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8</a:t>
                      </a:r>
                      <a:r>
                        <a:rPr lang="en-US" sz="1200" b="1" i="0" u="none" strike="noStrike" kern="1200" spc="0" baseline="3000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th</a:t>
                      </a:r>
                      <a:r>
                        <a:rPr lang="en-US" sz="1200" b="1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 Oct 2025 (Wednesday) – Block-4 Conf. Room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19654"/>
                  </a:ext>
                </a:extLst>
              </a:tr>
              <a:tr h="5056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Start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End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Duration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Agenda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Presenter (s)/ Stories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Location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353178"/>
                  </a:ext>
                </a:extLst>
              </a:tr>
              <a:tr h="379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from Hotel to TCS Banyan Park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628871"/>
                  </a:ext>
                </a:extLst>
              </a:tr>
              <a:tr h="379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Reception &amp; Security, Move to Conf. Room.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Avinash/ Abbas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Block-1, Security Reception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558707"/>
                  </a:ext>
                </a:extLst>
              </a:tr>
              <a:tr h="379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TCS Overview, Video, JLR racing (0’ 50")</a:t>
                      </a:r>
                      <a:b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JDC Corner (0’ 30") - JDC Introduction video, JDM details, JDC Stories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EBC Presentation (0’ 15" * 2)</a:t>
                      </a:r>
                      <a:r>
                        <a:rPr lang="en-IN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– M&amp;S &amp; BestBuy.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Abbas &amp; EBC team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EBC Block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20547"/>
                  </a:ext>
                </a:extLst>
              </a:tr>
              <a:tr h="5056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Banyan Park Campus Tour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Banyan Park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026160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Lunch at Banyan Park &amp; Wrap-up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  <a:cs typeface="+mn-cs"/>
                        </a:rPr>
                        <a:t>Sarosh/ Orchid Villa</a:t>
                      </a:r>
                      <a:endParaRPr lang="en-IN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515745"/>
                  </a:ext>
                </a:extLst>
              </a:tr>
              <a:tr h="5968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Mumbai Domestic Airport 13:30 at Airport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kern="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Mangal" panose="02040503050203030202" pitchFamily="18" charset="0"/>
                        </a:rPr>
                        <a:t>-</a:t>
                      </a:r>
                      <a:endParaRPr lang="en-IN" sz="1100" kern="5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790631"/>
                  </a:ext>
                </a:extLst>
              </a:tr>
              <a:tr h="3476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Flight from Mumbai to Chennai  IndiGo 6E5196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55805"/>
                  </a:ext>
                </a:extLst>
              </a:tr>
              <a:tr h="3476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Hotel (Chennai)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Four Points by Sheraton Chennai, Velachery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590945"/>
                  </a:ext>
                </a:extLst>
              </a:tr>
              <a:tr h="3476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Dinner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Taj Coromandel, Southern Spice</a:t>
                      </a:r>
                      <a:endParaRPr lang="en-IN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9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76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DB6D-ECC1-6880-3111-24DFEBDB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80">
            <a:extLst>
              <a:ext uri="{FF2B5EF4-FFF2-40B4-BE49-F238E27FC236}">
                <a16:creationId xmlns:a16="http://schemas.microsoft.com/office/drawing/2014/main" id="{FBCAEC42-94B4-87C1-1465-4D17942E6C64}"/>
              </a:ext>
            </a:extLst>
          </p:cNvPr>
          <p:cNvSpPr/>
          <p:nvPr/>
        </p:nvSpPr>
        <p:spPr>
          <a:xfrm>
            <a:off x="5923803" y="9720355"/>
            <a:ext cx="849596" cy="12203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0" tIns="0" rIns="0" bIns="0" anchor="ctr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Mangal" pitchFamily="2"/>
              </a:rPr>
              <a:t>studioppt I 11 I 2018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76C82F8D-8AAF-E485-FD29-120704B25865}"/>
              </a:ext>
            </a:extLst>
          </p:cNvPr>
          <p:cNvSpPr/>
          <p:nvPr/>
        </p:nvSpPr>
        <p:spPr>
          <a:xfrm>
            <a:off x="397078" y="183861"/>
            <a:ext cx="3815518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 @Chennai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E7D9C8BB-F005-D889-00B4-E428BDB58201}"/>
              </a:ext>
            </a:extLst>
          </p:cNvPr>
          <p:cNvSpPr/>
          <p:nvPr/>
        </p:nvSpPr>
        <p:spPr>
          <a:xfrm>
            <a:off x="376915" y="745067"/>
            <a:ext cx="3815518" cy="6454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EE305C7C-7076-9A23-A6B3-58A5363C4800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1DB956C3-91F7-7079-DB99-3674905BCD2B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DBE336-3950-0E9C-A6C6-632DE51EE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869666"/>
              </p:ext>
            </p:extLst>
          </p:nvPr>
        </p:nvGraphicFramePr>
        <p:xfrm>
          <a:off x="228421" y="915088"/>
          <a:ext cx="6172200" cy="6395707"/>
        </p:xfrm>
        <a:graphic>
          <a:graphicData uri="http://schemas.openxmlformats.org/drawingml/2006/table">
            <a:tbl>
              <a:tblPr/>
              <a:tblGrid>
                <a:gridCol w="542832">
                  <a:extLst>
                    <a:ext uri="{9D8B030D-6E8A-4147-A177-3AD203B41FA5}">
                      <a16:colId xmlns:a16="http://schemas.microsoft.com/office/drawing/2014/main" val="3920348783"/>
                    </a:ext>
                  </a:extLst>
                </a:gridCol>
                <a:gridCol w="542832">
                  <a:extLst>
                    <a:ext uri="{9D8B030D-6E8A-4147-A177-3AD203B41FA5}">
                      <a16:colId xmlns:a16="http://schemas.microsoft.com/office/drawing/2014/main" val="2081114525"/>
                    </a:ext>
                  </a:extLst>
                </a:gridCol>
                <a:gridCol w="542832">
                  <a:extLst>
                    <a:ext uri="{9D8B030D-6E8A-4147-A177-3AD203B41FA5}">
                      <a16:colId xmlns:a16="http://schemas.microsoft.com/office/drawing/2014/main" val="1537775501"/>
                    </a:ext>
                  </a:extLst>
                </a:gridCol>
                <a:gridCol w="2221590">
                  <a:extLst>
                    <a:ext uri="{9D8B030D-6E8A-4147-A177-3AD203B41FA5}">
                      <a16:colId xmlns:a16="http://schemas.microsoft.com/office/drawing/2014/main" val="3495470029"/>
                    </a:ext>
                  </a:extLst>
                </a:gridCol>
                <a:gridCol w="1166083">
                  <a:extLst>
                    <a:ext uri="{9D8B030D-6E8A-4147-A177-3AD203B41FA5}">
                      <a16:colId xmlns:a16="http://schemas.microsoft.com/office/drawing/2014/main" val="3522248113"/>
                    </a:ext>
                  </a:extLst>
                </a:gridCol>
                <a:gridCol w="1156031">
                  <a:extLst>
                    <a:ext uri="{9D8B030D-6E8A-4147-A177-3AD203B41FA5}">
                      <a16:colId xmlns:a16="http://schemas.microsoft.com/office/drawing/2014/main" val="4238282478"/>
                    </a:ext>
                  </a:extLst>
                </a:gridCol>
              </a:tblGrid>
              <a:tr h="295155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9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 Oct 2025 (Thursday) – EB3, 5</a:t>
                      </a:r>
                      <a:r>
                        <a:rPr lang="en-US" sz="12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th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 Floor, SW Boardroom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742068"/>
                  </a:ext>
                </a:extLst>
              </a:tr>
              <a:tr h="4829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Start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End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Duration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Agenda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Presenter (s)/ Stories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Location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957021"/>
                  </a:ext>
                </a:extLst>
              </a:tr>
              <a:tr h="3488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from Hotel to TCS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Siruseri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8156"/>
                  </a:ext>
                </a:extLst>
              </a:tr>
              <a:tr h="4829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Reception &amp; Security &amp; Welcome Photo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All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Signature Tower Reception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33903"/>
                  </a:ext>
                </a:extLst>
              </a:tr>
              <a:tr h="4829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Visit Agenda (Day-4)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 All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EB3, 5th Floor, SW Boardroom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440693"/>
                  </a:ext>
                </a:extLst>
              </a:tr>
              <a:tr h="2683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Large Beverage Company Case Study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J Sathish</a:t>
                      </a:r>
                      <a:endParaRPr lang="en-IN" sz="11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EB3, 5th Floor, SW Boardroom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870413"/>
                  </a:ext>
                </a:extLst>
              </a:tr>
              <a:tr h="2540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Break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All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EB3, 5th Floor, SW Boardroom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14359"/>
                  </a:ext>
                </a:extLst>
              </a:tr>
              <a:tr h="4299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Large Global Insurance </a:t>
                      </a:r>
                      <a:r>
                        <a:rPr lang="en-IN" sz="1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Floorwalk</a:t>
                      </a:r>
                      <a:endParaRPr lang="en-IN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Srigiri</a:t>
                      </a: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 Sreekanth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EB2 4F SW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6384"/>
                  </a:ext>
                </a:extLst>
              </a:tr>
              <a:tr h="2683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Lunch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All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Signature Tower Ground Floor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334400"/>
                  </a:ext>
                </a:extLst>
              </a:tr>
              <a:tr h="358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Cognix</a:t>
                      </a: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Agile DC </a:t>
                      </a:r>
                      <a:r>
                        <a:rPr lang="en-IN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Floorwalk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Cloud COE team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EB3, 5th Floor, SW Boardroom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12343"/>
                  </a:ext>
                </a:extLst>
              </a:tr>
              <a:tr h="3488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Large Japan Manufacturing Client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Floorwalk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J Sathish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EB3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958740"/>
                  </a:ext>
                </a:extLst>
              </a:tr>
              <a:tr h="4829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Leading Japan Airline </a:t>
                      </a:r>
                      <a:r>
                        <a:rPr lang="en-IN" sz="1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Floorwalk</a:t>
                      </a:r>
                      <a:endParaRPr lang="en-IN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Rajeshwari Raman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EB3 1F NW</a:t>
                      </a: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43873"/>
                  </a:ext>
                </a:extLst>
              </a:tr>
              <a:tr h="4829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Discussion + Wrap up + Feedback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All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EB3, 5th Floor, SW Boardroom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430429"/>
                  </a:ext>
                </a:extLst>
              </a:tr>
              <a:tr h="3007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Restaurant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-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  <a:cs typeface="+mn-cs"/>
                        </a:rPr>
                        <a:t>-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822838"/>
                  </a:ext>
                </a:extLst>
              </a:tr>
              <a:tr h="4829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Dinner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Radisson Blu Hotel</a:t>
                      </a:r>
                      <a:endParaRPr lang="en-I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907785"/>
                  </a:ext>
                </a:extLst>
              </a:tr>
              <a:tr h="2683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 to Chennai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Airport 21:00 (AI346)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34" charset="-128"/>
                        </a:rPr>
                        <a:t>-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34" charset="-128"/>
                      </a:endParaRPr>
                    </a:p>
                  </a:txBody>
                  <a:tcPr marL="5026" marR="5026" marT="5026" marB="361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430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70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" y="5630427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1" name="TextBox 1280"/>
          <p:cNvSpPr txBox="1"/>
          <p:nvPr/>
        </p:nvSpPr>
        <p:spPr>
          <a:xfrm>
            <a:off x="5922372" y="9719952"/>
            <a:ext cx="8527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nn-NO" sz="800">
                <a:solidFill>
                  <a:schemeClr val="bg1">
                    <a:lumMod val="85000"/>
                  </a:schemeClr>
                </a:solidFill>
                <a:latin typeface="+mn-lt"/>
              </a:rPr>
              <a:t>studioppt I 11 I 2019</a:t>
            </a:r>
            <a:endParaRPr lang="en-US" sz="800">
              <a:solidFill>
                <a:schemeClr val="bg1">
                  <a:lumMod val="85000"/>
                </a:schemeClr>
              </a:solidFill>
              <a:latin typeface="+mn-lt"/>
            </a:endParaRPr>
          </a:p>
        </p:txBody>
      </p: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ACBF9A-8F4E-48AA-8452-B206624395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C008C2-37C5-4096-8B35-83747A60B346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e9ad2186-3081-4285-b95e-4fe435a610ef"/>
    <ds:schemaRef ds:uri="http://www.w3.org/XML/1998/namespace"/>
    <ds:schemaRef ds:uri="http://schemas.openxmlformats.org/package/2006/metadata/core-properties"/>
    <ds:schemaRef ds:uri="9bb46c1f-2605-42ae-b619-08d44c2f7e7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50F23F9-249A-4A2D-A6CF-5791A806A4B0}"/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  <clbl:label id="{7955eb13-735a-4f0c-82a6-a749a9924865}" enabled="1" method="Standard" siteId="{82cf8eb4-e13b-4670-95d4-9bf09f0dcfe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13197</TotalTime>
  <Words>1007</Words>
  <Application>Microsoft Office PowerPoint</Application>
  <PresentationFormat>A4 Paper (210x297 mm)</PresentationFormat>
  <Paragraphs>373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Microsoft YaHei</vt:lpstr>
      <vt:lpstr>游ゴシック</vt:lpstr>
      <vt:lpstr>Arial</vt:lpstr>
      <vt:lpstr>Calibri</vt:lpstr>
      <vt:lpstr>Calibri Light</vt:lpstr>
      <vt:lpstr>inherit</vt:lpstr>
      <vt:lpstr>Times New Roman</vt:lpstr>
      <vt:lpstr>Default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lastModifiedBy>Avinash Muley</cp:lastModifiedBy>
  <cp:revision>6</cp:revision>
  <cp:lastPrinted>2020-01-22T10:00:02Z</cp:lastPrinted>
  <dcterms:modified xsi:type="dcterms:W3CDTF">2025-10-07T22:07:42Z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  <property fmtid="{D5CDD505-2E9C-101B-9397-08002B2CF9AE}" pid="3" name="ClassificationContentMarkingHeaderLocations">
    <vt:lpwstr>Default 1:7</vt:lpwstr>
  </property>
  <property fmtid="{D5CDD505-2E9C-101B-9397-08002B2CF9AE}" pid="4" name="ClassificationContentMarkingHeaderText">
    <vt:lpwstr>TCS Internal</vt:lpwstr>
  </property>
  <property fmtid="{D5CDD505-2E9C-101B-9397-08002B2CF9AE}" pid="5" name="MediaServiceImageTags">
    <vt:lpwstr/>
  </property>
  <property fmtid="{D5CDD505-2E9C-101B-9397-08002B2CF9AE}" pid="6" name="MSIP_Label_7955eb13-735a-4f0c-82a6-a749a9924865_Enabled">
    <vt:lpwstr>true</vt:lpwstr>
  </property>
  <property fmtid="{D5CDD505-2E9C-101B-9397-08002B2CF9AE}" pid="7" name="MSIP_Label_7955eb13-735a-4f0c-82a6-a749a9924865_SetDate">
    <vt:lpwstr>2025-09-17T12:44:13Z</vt:lpwstr>
  </property>
  <property fmtid="{D5CDD505-2E9C-101B-9397-08002B2CF9AE}" pid="8" name="MSIP_Label_7955eb13-735a-4f0c-82a6-a749a9924865_Method">
    <vt:lpwstr>Standard</vt:lpwstr>
  </property>
  <property fmtid="{D5CDD505-2E9C-101B-9397-08002B2CF9AE}" pid="9" name="MSIP_Label_7955eb13-735a-4f0c-82a6-a749a9924865_Name">
    <vt:lpwstr>CONFIDENTIAL</vt:lpwstr>
  </property>
  <property fmtid="{D5CDD505-2E9C-101B-9397-08002B2CF9AE}" pid="10" name="MSIP_Label_7955eb13-735a-4f0c-82a6-a749a9924865_SiteId">
    <vt:lpwstr>82cf8eb4-e13b-4670-95d4-9bf09f0dcfe3</vt:lpwstr>
  </property>
  <property fmtid="{D5CDD505-2E9C-101B-9397-08002B2CF9AE}" pid="11" name="MSIP_Label_7955eb13-735a-4f0c-82a6-a749a9924865_ActionId">
    <vt:lpwstr>619ec9b6-15cf-410a-bd6e-f67eec5733f6</vt:lpwstr>
  </property>
  <property fmtid="{D5CDD505-2E9C-101B-9397-08002B2CF9AE}" pid="12" name="MSIP_Label_7955eb13-735a-4f0c-82a6-a749a9924865_ContentBits">
    <vt:lpwstr>0</vt:lpwstr>
  </property>
</Properties>
</file>