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863" r:id="rId4"/>
    <p:sldMasterId id="2147483939" r:id="rId5"/>
    <p:sldMasterId id="2147483901" r:id="rId6"/>
  </p:sldMasterIdLst>
  <p:notesMasterIdLst>
    <p:notesMasterId r:id="rId10"/>
  </p:notesMasterIdLst>
  <p:handoutMasterIdLst>
    <p:handoutMasterId r:id="rId11"/>
  </p:handoutMasterIdLst>
  <p:sldIdLst>
    <p:sldId id="2147482224" r:id="rId7"/>
    <p:sldId id="2147482226" r:id="rId8"/>
    <p:sldId id="2147482227" r:id="rId9"/>
  </p:sldIdLst>
  <p:sldSz cx="12192000" cy="6858000"/>
  <p:notesSz cx="20104100" cy="11315700"/>
  <p:defaultTextStyle>
    <a:defPPr>
      <a:defRPr lang="en-US"/>
    </a:defPPr>
    <a:lvl1pPr marL="0" algn="l" defTabSz="554047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1pPr>
    <a:lvl2pPr marL="277024" algn="l" defTabSz="554047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2pPr>
    <a:lvl3pPr marL="554047" algn="l" defTabSz="554047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3pPr>
    <a:lvl4pPr marL="831070" algn="l" defTabSz="554047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4pPr>
    <a:lvl5pPr marL="1108092" algn="l" defTabSz="554047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5pPr>
    <a:lvl6pPr marL="1385116" algn="l" defTabSz="554047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6pPr>
    <a:lvl7pPr marL="1662140" algn="l" defTabSz="554047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7pPr>
    <a:lvl8pPr marL="1939164" algn="l" defTabSz="554047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8pPr>
    <a:lvl9pPr marL="2216187" algn="l" defTabSz="554047" rtl="0" eaLnBrk="1" latinLnBrk="0" hangingPunct="1">
      <a:defRPr sz="109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vanti Mukul" initials="AM" lastIdx="134" clrIdx="0">
    <p:extLst>
      <p:ext uri="{19B8F6BF-5375-455C-9EA6-DF929625EA0E}">
        <p15:presenceInfo xmlns:p15="http://schemas.microsoft.com/office/powerpoint/2012/main" userId="S::1561747@TCS.com::b915b143-710a-4e7a-a06a-915d3c266981" providerId="AD"/>
      </p:ext>
    </p:extLst>
  </p:cmAuthor>
  <p:cmAuthor id="2" name="Kapil  Krishnan" initials="KK" lastIdx="81" clrIdx="1">
    <p:extLst>
      <p:ext uri="{19B8F6BF-5375-455C-9EA6-DF929625EA0E}">
        <p15:presenceInfo xmlns:p15="http://schemas.microsoft.com/office/powerpoint/2012/main" userId="S::571206@TCS.com::f34fbc68-f4bd-41fd-a210-a6e9abee1cae" providerId="AD"/>
      </p:ext>
    </p:extLst>
  </p:cmAuthor>
  <p:cmAuthor id="3" name="Milind" initials="M" lastIdx="1" clrIdx="2">
    <p:extLst>
      <p:ext uri="{19B8F6BF-5375-455C-9EA6-DF929625EA0E}">
        <p15:presenceInfo xmlns:p15="http://schemas.microsoft.com/office/powerpoint/2012/main" userId="S::106465@TCS.com::6f0e4f12-3889-446c-9da4-4330ec04817d" providerId="AD"/>
      </p:ext>
    </p:extLst>
  </p:cmAuthor>
  <p:cmAuthor id="4" name="Sreenivasa Chakravarti" initials="SC" lastIdx="7" clrIdx="3">
    <p:extLst>
      <p:ext uri="{19B8F6BF-5375-455C-9EA6-DF929625EA0E}">
        <p15:presenceInfo xmlns:p15="http://schemas.microsoft.com/office/powerpoint/2012/main" userId="S::132743@TCS.com::aa4a9113-4e87-47be-963d-67c84a2112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FF"/>
    <a:srgbClr val="669900"/>
    <a:srgbClr val="99CC00"/>
    <a:srgbClr val="E2F0DD"/>
    <a:srgbClr val="FFFFCC"/>
    <a:srgbClr val="CFD6D6"/>
    <a:srgbClr val="F36E21"/>
    <a:srgbClr val="002060"/>
    <a:srgbClr val="FFFF00"/>
    <a:srgbClr val="FFD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36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8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F93363-4B1F-4C8E-A6A8-E59E73B1D5D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F94A02-2C6F-4C3E-B8A6-F4E320ED10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53A15D-369C-476E-A4FD-27B2714E554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C65AE-70C1-456E-BDCB-3BF147736C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D416F-24FB-46D6-8460-CBAA61BA37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F4DE49-BEC2-4CDB-9AEE-41A7BC71EE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77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D8B44-2349-4EE3-B0D0-553C8A2F62DF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6388" y="1414463"/>
            <a:ext cx="6791325" cy="381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5125"/>
            <a:ext cx="16084550" cy="44561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896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9C5E5-9620-4FBC-AD03-52B8306EED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417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1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55" algn="l" defTabSz="121911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10" algn="l" defTabSz="121911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664" algn="l" defTabSz="121911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218" algn="l" defTabSz="121911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772" algn="l" defTabSz="121911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327" algn="l" defTabSz="121911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880" algn="l" defTabSz="121911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435" algn="l" defTabSz="121911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8A457-80B8-3ABF-1567-EBE8EFC1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C70F37-B49E-0168-2281-737CE349E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Copyright © 2024 TCS All rights reserved. TCS CONFIDENTIAL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E7F363A-E4A5-9E91-1515-591A913AB7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1001" y="1124745"/>
            <a:ext cx="11564545" cy="494879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IN"/>
            </a:lvl5pPr>
          </a:lstStyle>
          <a:p>
            <a:pPr marL="228594" lvl="0" indent="-228594" defTabSz="554047">
              <a:lnSpc>
                <a:spcPct val="150000"/>
              </a:lnSpc>
            </a:pPr>
            <a:r>
              <a:rPr lang="en-US"/>
              <a:t>Click to edit Master text styles</a:t>
            </a:r>
          </a:p>
          <a:p>
            <a:pPr lvl="1" defTabSz="554047">
              <a:lnSpc>
                <a:spcPct val="150000"/>
              </a:lnSpc>
              <a:buFont typeface="Calibri" panose="020F0502020204030204" pitchFamily="34" charset="0"/>
              <a:buChar char="―"/>
            </a:pPr>
            <a:r>
              <a:rPr lang="en-US"/>
              <a:t>Second level</a:t>
            </a:r>
          </a:p>
          <a:p>
            <a:pPr lvl="2" defTabSz="554047">
              <a:lnSpc>
                <a:spcPct val="150000"/>
              </a:lnSpc>
            </a:pPr>
            <a:r>
              <a:rPr lang="en-US"/>
              <a:t>Third level</a:t>
            </a:r>
          </a:p>
          <a:p>
            <a:pPr lvl="3" defTabSz="554047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/>
              <a:t>Fourth level</a:t>
            </a:r>
          </a:p>
          <a:p>
            <a:pPr lvl="4" defTabSz="554047">
              <a:lnSpc>
                <a:spcPct val="150000"/>
              </a:lnSpc>
            </a:pPr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0220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/>
              <a:t>Copyright © 2024 TCS All rights reserved. 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7288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BA29-C8B7-4C4E-8C81-C7556652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2271-086E-4FC1-9362-D725AEF5A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46" y="933644"/>
            <a:ext cx="11430316" cy="4350712"/>
          </a:xfrm>
        </p:spPr>
        <p:txBody>
          <a:bodyPr vert="horz" lIns="0" tIns="45720" rIns="0" bIns="45720" rtlCol="0">
            <a:normAutofit/>
          </a:bodyPr>
          <a:lstStyle>
            <a:lvl1pPr marL="228594" indent="-228594">
              <a:buClr>
                <a:srgbClr val="007DC5"/>
              </a:buClr>
              <a:buFontTx/>
              <a:buChar char="•"/>
              <a:defRPr lang="en-US" sz="2133" dirty="0">
                <a:latin typeface="+mn-ea"/>
                <a:ea typeface="+mn-ea"/>
              </a:defRPr>
            </a:lvl1pPr>
            <a:lvl2pPr marL="658200" indent="-380990">
              <a:buClr>
                <a:srgbClr val="E41165"/>
              </a:buClr>
              <a:buFontTx/>
              <a:buChar char="•"/>
              <a:defRPr lang="en-US" sz="2133" dirty="0">
                <a:latin typeface="+mn-ea"/>
                <a:ea typeface="+mn-ea"/>
              </a:defRPr>
            </a:lvl2pPr>
            <a:lvl3pPr marL="935406" indent="-380990">
              <a:buFontTx/>
              <a:buChar char="•"/>
              <a:defRPr lang="en-US" sz="2133" dirty="0">
                <a:latin typeface="+mn-ea"/>
                <a:ea typeface="+mn-ea"/>
              </a:defRPr>
            </a:lvl3pPr>
            <a:lvl4pPr marL="1212615" indent="-380990">
              <a:buFontTx/>
              <a:buChar char="•"/>
              <a:defRPr lang="en-US" sz="2133" dirty="0">
                <a:latin typeface="+mn-ea"/>
                <a:ea typeface="+mn-ea"/>
              </a:defRPr>
            </a:lvl4pPr>
            <a:lvl5pPr marL="1489824" indent="-380990">
              <a:buFontTx/>
              <a:buChar char="•"/>
              <a:defRPr lang="en-US" sz="2133" dirty="0">
                <a:latin typeface="+mn-ea"/>
                <a:ea typeface="+mn-ea"/>
              </a:defRPr>
            </a:lvl5pPr>
          </a:lstStyle>
          <a:p>
            <a:pPr marL="228584" lvl="0" indent="-228584">
              <a:buClr>
                <a:srgbClr val="F03782"/>
              </a:buClr>
            </a:pPr>
            <a:r>
              <a:rPr lang="en-US"/>
              <a:t>Click to edit Master text styles</a:t>
            </a:r>
          </a:p>
          <a:p>
            <a:pPr marL="505793" lvl="1" indent="-228584">
              <a:buClr>
                <a:srgbClr val="F03782"/>
              </a:buClr>
              <a:buFont typeface="Symbol" panose="05050102010706020507" pitchFamily="18" charset="2"/>
              <a:buChar char="-"/>
            </a:pPr>
            <a:r>
              <a:rPr lang="en-US"/>
              <a:t>Second level</a:t>
            </a:r>
          </a:p>
          <a:p>
            <a:pPr marL="782999" lvl="2" indent="-228584">
              <a:buClr>
                <a:srgbClr val="F03782"/>
              </a:buClr>
            </a:pPr>
            <a:r>
              <a:rPr lang="en-US"/>
              <a:t>Third level</a:t>
            </a:r>
          </a:p>
          <a:p>
            <a:pPr marL="1060208" lvl="3" indent="-228584">
              <a:buClr>
                <a:srgbClr val="F03782"/>
              </a:buClr>
              <a:buFont typeface="Courier New" panose="02070309020205020404" pitchFamily="49" charset="0"/>
              <a:buChar char="o"/>
            </a:pPr>
            <a:r>
              <a:rPr lang="en-US"/>
              <a:t>Fourth level</a:t>
            </a:r>
          </a:p>
          <a:p>
            <a:pPr marL="1337417" lvl="4" indent="-228584">
              <a:buClr>
                <a:srgbClr val="F03782"/>
              </a:buClr>
            </a:pPr>
            <a:r>
              <a:rPr lang="en-US"/>
              <a:t>Fifth level</a:t>
            </a:r>
          </a:p>
        </p:txBody>
      </p:sp>
      <p:sp>
        <p:nvSpPr>
          <p:cNvPr id="4" name="フッター プレースホルダー 2">
            <a:extLst>
              <a:ext uri="{FF2B5EF4-FFF2-40B4-BE49-F238E27FC236}">
                <a16:creationId xmlns:a16="http://schemas.microsoft.com/office/drawing/2014/main" id="{F1A5BE1C-49E3-6762-B359-8C8E5F483E4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6107290" y="6589185"/>
            <a:ext cx="2501900" cy="171449"/>
          </a:xfrm>
        </p:spPr>
        <p:txBody>
          <a:bodyPr vert="horz" lIns="64008" tIns="45720" rIns="91440" bIns="45720" rtlCol="0" anchor="ctr"/>
          <a:lstStyle>
            <a:lvl1pPr>
              <a:defRPr lang="en-US" smtClean="0"/>
            </a:lvl1pPr>
          </a:lstStyle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93231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FBA29-C8B7-4C4E-8C81-C75566523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72271-086E-4FC1-9362-D725AEF5A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146" y="1119911"/>
            <a:ext cx="11430316" cy="4350712"/>
          </a:xfrm>
        </p:spPr>
        <p:txBody>
          <a:bodyPr vert="horz" lIns="0" tIns="45720" rIns="0" bIns="45720" rtlCol="0">
            <a:normAutofit/>
          </a:bodyPr>
          <a:lstStyle>
            <a:lvl1pPr>
              <a:buClr>
                <a:srgbClr val="E41165"/>
              </a:buClr>
              <a:defRPr lang="en-US" dirty="0"/>
            </a:lvl1pPr>
            <a:lvl2pPr>
              <a:buClr>
                <a:srgbClr val="E41165"/>
              </a:buCl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marL="228584" lvl="0" indent="-228584">
              <a:buClr>
                <a:srgbClr val="F03782"/>
              </a:buClr>
            </a:pPr>
            <a:r>
              <a:rPr lang="en-US"/>
              <a:t>Click to edit Master text styles</a:t>
            </a:r>
          </a:p>
          <a:p>
            <a:pPr marL="505793" lvl="1" indent="-228584">
              <a:buClr>
                <a:srgbClr val="F03782"/>
              </a:buClr>
              <a:buFont typeface="Symbol" panose="05050102010706020507" pitchFamily="18" charset="2"/>
              <a:buChar char="-"/>
            </a:pPr>
            <a:r>
              <a:rPr lang="en-US"/>
              <a:t>Second level</a:t>
            </a:r>
          </a:p>
          <a:p>
            <a:pPr marL="782999" lvl="2" indent="-228584">
              <a:buClr>
                <a:srgbClr val="F03782"/>
              </a:buClr>
            </a:pPr>
            <a:r>
              <a:rPr lang="en-US"/>
              <a:t>Third level</a:t>
            </a:r>
          </a:p>
          <a:p>
            <a:pPr marL="1060208" lvl="3" indent="-228584">
              <a:buClr>
                <a:srgbClr val="F03782"/>
              </a:buClr>
              <a:buFont typeface="Courier New" panose="02070309020205020404" pitchFamily="49" charset="0"/>
              <a:buChar char="o"/>
            </a:pPr>
            <a:r>
              <a:rPr lang="en-US"/>
              <a:t>Fourth level</a:t>
            </a:r>
          </a:p>
          <a:p>
            <a:pPr marL="1337417" lvl="4" indent="-228584">
              <a:buClr>
                <a:srgbClr val="F03782"/>
              </a:buClr>
            </a:pPr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FD4E52-5098-4AC2-91CF-F352A63268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127736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8D87-8B94-4E76-9CDA-6586738B0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D5C33-AE96-4EA1-B2BB-AAA290AC8A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32261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BE381-38C8-4224-A4AC-6073EF1F1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TCS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9413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213B8F0-6A13-4C09-87E6-7C343222B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42B828-E838-46A6-BE5A-0BCB34CA9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2921" y="2849126"/>
            <a:ext cx="5390651" cy="345544"/>
          </a:xfrm>
        </p:spPr>
        <p:txBody>
          <a:bodyPr vert="horz" wrap="square" lIns="0" tIns="17145" rIns="0" bIns="0" rtlCol="0">
            <a:spAutoFit/>
          </a:bodyPr>
          <a:lstStyle>
            <a:lvl1pPr>
              <a:defRPr lang="en-US" dirty="0" smtClean="0"/>
            </a:lvl1pPr>
            <a:lvl2pPr marL="609585" indent="0">
              <a:buNone/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marL="0" lvl="0" indent="0">
              <a:buClr>
                <a:srgbClr val="808285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4EFB8F-EA4A-4341-A4CD-09652A6EE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4984" y="5819827"/>
            <a:ext cx="1775480" cy="205121"/>
          </a:xfrm>
        </p:spPr>
        <p:txBody>
          <a:bodyPr vert="horz" wrap="square" lIns="0" tIns="0" rIns="0" bIns="0" rtlCol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333" smtClean="0">
                <a:solidFill>
                  <a:srgbClr val="F4F3F9"/>
                </a:solidFill>
              </a:defRPr>
            </a:lvl1pPr>
            <a:lvl2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6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228594" lvl="0" indent="-228594" defTabSz="1219110">
              <a:buClr>
                <a:srgbClr val="808285"/>
              </a:buClr>
            </a:pPr>
            <a:r>
              <a:rPr lang="en-US"/>
              <a:t>Date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C9950366-8950-4BD8-A107-00F386B8B2D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864352" y="1806577"/>
            <a:ext cx="6327648" cy="4217459"/>
          </a:xfrm>
          <a:noFill/>
          <a:ln>
            <a:noFill/>
          </a:ln>
        </p:spPr>
        <p:txBody>
          <a:bodyPr vert="horz" wrap="square" lIns="0" tIns="17145" rIns="0" bIns="0" rtlCol="0" anchor="ctr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4800" b="1">
                <a:solidFill>
                  <a:schemeClr val="bg1"/>
                </a:solidFill>
              </a:defRPr>
            </a:lvl1pPr>
          </a:lstStyle>
          <a:p>
            <a:pPr marL="761981" lvl="0" indent="-761981" algn="ctr">
              <a:buClr>
                <a:srgbClr val="808285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21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4E41C23-2A04-440A-A439-8B36022F5942}"/>
              </a:ext>
            </a:extLst>
          </p:cNvPr>
          <p:cNvSpPr/>
          <p:nvPr userDrawn="1"/>
        </p:nvSpPr>
        <p:spPr>
          <a:xfrm>
            <a:off x="94187" y="134303"/>
            <a:ext cx="197916" cy="194384"/>
          </a:xfrm>
          <a:prstGeom prst="rect">
            <a:avLst/>
          </a:prstGeom>
          <a:solidFill>
            <a:srgbClr val="4E84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3" y="143888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GB"/>
              <a:t>Click to edit Master title style</a:t>
            </a:r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6086669" y="6590128"/>
            <a:ext cx="0" cy="169560"/>
          </a:xfrm>
          <a:prstGeom prst="line">
            <a:avLst/>
          </a:prstGeom>
          <a:ln>
            <a:solidFill>
              <a:srgbClr val="80828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AC0F397-9BF6-4594-946F-74C8A8FA0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08698" y="6590128"/>
            <a:ext cx="3504637" cy="16956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US" sz="933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Copyright </a:t>
            </a:r>
            <a:r>
              <a:rPr lang="en-US" altLang="ja-JP"/>
              <a:t>© 2024 </a:t>
            </a:r>
            <a:r>
              <a:rPr lang="en-US"/>
              <a:t>TCS All rights reserved. TCS CONFIDENTIAL</a:t>
            </a:r>
          </a:p>
        </p:txBody>
      </p: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32464" y="6590128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933" noProof="0" smtClean="0"/>
              <a:pPr lvl="0"/>
              <a:t>‹#›</a:t>
            </a:fld>
            <a:r>
              <a:rPr lang="en-US" sz="933" noProof="0"/>
              <a:t> 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6F403C3-AECA-43E3-B70F-8CE8C20C79F8}"/>
              </a:ext>
            </a:extLst>
          </p:cNvPr>
          <p:cNvCxnSpPr>
            <a:cxnSpLocks/>
          </p:cNvCxnSpPr>
          <p:nvPr userDrawn="1"/>
        </p:nvCxnSpPr>
        <p:spPr>
          <a:xfrm>
            <a:off x="121439" y="364669"/>
            <a:ext cx="143408" cy="0"/>
          </a:xfrm>
          <a:prstGeom prst="line">
            <a:avLst/>
          </a:prstGeom>
          <a:ln>
            <a:solidFill>
              <a:srgbClr val="4E8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3AF0D48-F837-443A-B742-FA8AFEE7A4BD}"/>
              </a:ext>
            </a:extLst>
          </p:cNvPr>
          <p:cNvSpPr txBox="1"/>
          <p:nvPr userDrawn="1"/>
        </p:nvSpPr>
        <p:spPr>
          <a:xfrm>
            <a:off x="94187" y="441069"/>
            <a:ext cx="197916" cy="19438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2133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AFFEEF-BA33-4360-BE60-2A11102F0184}"/>
              </a:ext>
            </a:extLst>
          </p:cNvPr>
          <p:cNvSpPr/>
          <p:nvPr userDrawn="1"/>
        </p:nvSpPr>
        <p:spPr>
          <a:xfrm>
            <a:off x="5287" y="85017"/>
            <a:ext cx="286816" cy="52755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5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F129F2-59C7-B08E-D41C-9CDA632C49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28" r="728"/>
          <a:stretch/>
        </p:blipFill>
        <p:spPr>
          <a:xfrm>
            <a:off x="10766034" y="6494925"/>
            <a:ext cx="297528" cy="264763"/>
          </a:xfrm>
          <a:prstGeom prst="rect">
            <a:avLst/>
          </a:prstGeom>
        </p:spPr>
      </p:pic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2CF2A882-EE76-DB45-3EB3-B06F0005FFB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4640" y="6523124"/>
            <a:ext cx="872584" cy="20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744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65" r:id="rId2"/>
    <p:sldLayoutId id="2147483948" r:id="rId3"/>
  </p:sldLayoutIdLst>
  <p:hf sldNum="0" hdr="0" dt="0"/>
  <p:txStyles>
    <p:titleStyle>
      <a:lvl1pPr algn="l" defTabSz="1219110" rtl="0" eaLnBrk="1" latinLnBrk="0" hangingPunct="1">
        <a:lnSpc>
          <a:spcPct val="90000"/>
        </a:lnSpc>
        <a:spcBef>
          <a:spcPct val="0"/>
        </a:spcBef>
        <a:buNone/>
        <a:defRPr lang="en-US" sz="2800" b="0" kern="0" baseline="0" dirty="0">
          <a:solidFill>
            <a:srgbClr val="4E84C4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</p:titleStyle>
    <p:bodyStyle>
      <a:lvl1pPr marL="228594" indent="-228594" algn="l" defTabSz="1219110" rtl="0" eaLnBrk="1" latinLnBrk="0" hangingPunct="1">
        <a:lnSpc>
          <a:spcPct val="90000"/>
        </a:lnSpc>
        <a:spcBef>
          <a:spcPts val="1333"/>
        </a:spcBef>
        <a:buClr>
          <a:srgbClr val="007DC5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121911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228594" indent="-228594" algn="l" defTabSz="121911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228594" indent="-228594" algn="l" defTabSz="121911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28594" indent="-228594" algn="l" defTabSz="1219110" rtl="0" eaLnBrk="1" latinLnBrk="0" hangingPunct="1">
        <a:lnSpc>
          <a:spcPct val="90000"/>
        </a:lnSpc>
        <a:spcBef>
          <a:spcPts val="667"/>
        </a:spcBef>
        <a:buClr>
          <a:srgbClr val="007DC5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orient="horz" pos="85" userDrawn="1">
          <p15:clr>
            <a:srgbClr val="F26B43"/>
          </p15:clr>
        </p15:guide>
        <p15:guide id="4" orient="horz" pos="557" userDrawn="1">
          <p15:clr>
            <a:srgbClr val="F26B43"/>
          </p15:clr>
        </p15:guide>
        <p15:guide id="5" orient="horz" pos="705" userDrawn="1">
          <p15:clr>
            <a:srgbClr val="F26B43"/>
          </p15:clr>
        </p15:guide>
        <p15:guide id="6" orient="horz" pos="3943" userDrawn="1">
          <p15:clr>
            <a:srgbClr val="F26B43"/>
          </p15:clr>
        </p15:guide>
        <p15:guide id="8" pos="7447" userDrawn="1">
          <p15:clr>
            <a:srgbClr val="F26B43"/>
          </p15:clr>
        </p15:guide>
        <p15:guide id="9" pos="240" userDrawn="1">
          <p15:clr>
            <a:srgbClr val="F26B43"/>
          </p15:clr>
        </p15:guide>
        <p15:guide id="10" orient="horz" pos="422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ADBEFC-FA18-4CB3-8943-7B03BFC0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3" y="143888"/>
            <a:ext cx="10514927" cy="7373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30D6D-B7EA-4150-94B2-C963D98EB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1554" y="1119911"/>
            <a:ext cx="11430316" cy="435071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marL="228584" lvl="0" indent="-228584">
              <a:buClr>
                <a:srgbClr val="F03782"/>
              </a:buClr>
            </a:pPr>
            <a:r>
              <a:rPr lang="en-US"/>
              <a:t>Click to edit Master text styles</a:t>
            </a:r>
          </a:p>
          <a:p>
            <a:pPr marL="505793" lvl="1" indent="-228584">
              <a:buClr>
                <a:srgbClr val="F03782"/>
              </a:buClr>
              <a:buFont typeface="Symbol" panose="05050102010706020507" pitchFamily="18" charset="2"/>
              <a:buChar char="-"/>
            </a:pPr>
            <a:r>
              <a:rPr lang="en-US"/>
              <a:t>Second level</a:t>
            </a:r>
          </a:p>
          <a:p>
            <a:pPr marL="782999" lvl="2" indent="-228584">
              <a:buClr>
                <a:srgbClr val="F03782"/>
              </a:buClr>
            </a:pPr>
            <a:r>
              <a:rPr lang="en-US"/>
              <a:t>Third level</a:t>
            </a:r>
          </a:p>
          <a:p>
            <a:pPr marL="1060208" lvl="3" indent="-228584">
              <a:buClr>
                <a:srgbClr val="F03782"/>
              </a:buClr>
              <a:buFont typeface="Courier New" panose="02070309020205020404" pitchFamily="49" charset="0"/>
              <a:buChar char="o"/>
            </a:pPr>
            <a:r>
              <a:rPr lang="en-US"/>
              <a:t>Fourth level</a:t>
            </a:r>
          </a:p>
          <a:p>
            <a:pPr marL="1337417" lvl="4" indent="-228584">
              <a:buClr>
                <a:srgbClr val="F03782"/>
              </a:buClr>
            </a:pPr>
            <a:r>
              <a:rPr lang="en-US"/>
              <a:t>Fifth level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62E987-DCEA-4D36-A8D6-3A4C817A4EDF}"/>
              </a:ext>
            </a:extLst>
          </p:cNvPr>
          <p:cNvCxnSpPr/>
          <p:nvPr userDrawn="1"/>
        </p:nvCxnSpPr>
        <p:spPr>
          <a:xfrm>
            <a:off x="6086669" y="6590128"/>
            <a:ext cx="0" cy="1695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6AC0F397-9BF6-4594-946F-74C8A8FA0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08699" y="6590128"/>
            <a:ext cx="2501900" cy="169560"/>
          </a:xfrm>
          <a:prstGeom prst="rect">
            <a:avLst/>
          </a:prstGeom>
        </p:spPr>
        <p:txBody>
          <a:bodyPr vert="horz" lIns="64008" tIns="45720" rIns="91440" bIns="45720" rtlCol="0" anchor="ctr"/>
          <a:lstStyle>
            <a:lvl1pPr>
              <a:defRPr lang="en-US" sz="933">
                <a:solidFill>
                  <a:schemeClr val="bg1"/>
                </a:solidFill>
              </a:defRPr>
            </a:lvl1pPr>
          </a:lstStyle>
          <a:p>
            <a:r>
              <a:rPr lang="en-US"/>
              <a:t>TCS Confidential</a:t>
            </a:r>
          </a:p>
        </p:txBody>
      </p:sp>
      <p:sp>
        <p:nvSpPr>
          <p:cNvPr id="28" name="Rectangle 71">
            <a:extLst>
              <a:ext uri="{FF2B5EF4-FFF2-40B4-BE49-F238E27FC236}">
                <a16:creationId xmlns:a16="http://schemas.microsoft.com/office/drawing/2014/main" id="{D6FF4C5E-6B0C-4334-B3AE-3C2ABAF43B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32464" y="6590128"/>
            <a:ext cx="400784" cy="169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1">
                <a:solidFill>
                  <a:schemeClr val="bg1">
                    <a:lumMod val="50000"/>
                  </a:schemeClr>
                </a:solidFill>
                <a:latin typeface="+mj-lt"/>
                <a:cs typeface="Arial" pitchFamily="34" charset="0"/>
              </a:defRPr>
            </a:lvl1pPr>
            <a:lvl2pPr marL="457200" defTabSz="914400">
              <a:defRPr sz="1800"/>
            </a:lvl2pPr>
            <a:lvl3pPr marL="914400" defTabSz="914400">
              <a:defRPr sz="1800"/>
            </a:lvl3pPr>
            <a:lvl4pPr marL="1371600" defTabSz="914400">
              <a:defRPr sz="1800"/>
            </a:lvl4pPr>
            <a:lvl5pPr marL="1828800" defTabSz="914400">
              <a:defRPr sz="1800"/>
            </a:lvl5pPr>
            <a:lvl6pPr marL="2286000" defTabSz="914400">
              <a:defRPr sz="1800"/>
            </a:lvl6pPr>
            <a:lvl7pPr marL="2743200" defTabSz="914400">
              <a:defRPr sz="1800"/>
            </a:lvl7pPr>
            <a:lvl8pPr marL="3200400" defTabSz="914400">
              <a:defRPr sz="1800"/>
            </a:lvl8pPr>
            <a:lvl9pPr marL="3657600" defTabSz="914400">
              <a:defRPr sz="1800"/>
            </a:lvl9pPr>
          </a:lstStyle>
          <a:p>
            <a:pPr lvl="0"/>
            <a:fld id="{13B55AB4-0D57-4FBE-946B-A81E4A9D2A4C}" type="slidenum">
              <a:rPr lang="en-US" sz="933" noProof="0" smtClean="0">
                <a:solidFill>
                  <a:schemeClr val="bg1"/>
                </a:solidFill>
              </a:rPr>
              <a:pPr lvl="0"/>
              <a:t>‹#›</a:t>
            </a:fld>
            <a:r>
              <a:rPr lang="en-US" sz="933" noProof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6" name="Picture 12">
            <a:extLst>
              <a:ext uri="{FF2B5EF4-FFF2-40B4-BE49-F238E27FC236}">
                <a16:creationId xmlns:a16="http://schemas.microsoft.com/office/drawing/2014/main" id="{0DC637A5-44CF-488B-B0CF-95D6258B43C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616639" y="6580115"/>
            <a:ext cx="1205231" cy="15849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96B849F-0F60-4E8F-BA8E-E91C2BE0ED3F}"/>
              </a:ext>
            </a:extLst>
          </p:cNvPr>
          <p:cNvSpPr/>
          <p:nvPr userDrawn="1"/>
        </p:nvSpPr>
        <p:spPr>
          <a:xfrm>
            <a:off x="94187" y="134303"/>
            <a:ext cx="197916" cy="194384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BB49C25-A889-40F6-B435-4920BCF97B82}"/>
              </a:ext>
            </a:extLst>
          </p:cNvPr>
          <p:cNvCxnSpPr>
            <a:cxnSpLocks/>
          </p:cNvCxnSpPr>
          <p:nvPr userDrawn="1"/>
        </p:nvCxnSpPr>
        <p:spPr>
          <a:xfrm>
            <a:off x="121439" y="364669"/>
            <a:ext cx="143408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8E09A9F-6EB0-438C-A1AF-E44A166E116F}"/>
              </a:ext>
            </a:extLst>
          </p:cNvPr>
          <p:cNvSpPr txBox="1"/>
          <p:nvPr userDrawn="1"/>
        </p:nvSpPr>
        <p:spPr>
          <a:xfrm>
            <a:off x="94187" y="441069"/>
            <a:ext cx="197916" cy="19438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2133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06B8FF-CF61-4E23-AD6E-7102A245AB65}"/>
              </a:ext>
            </a:extLst>
          </p:cNvPr>
          <p:cNvSpPr/>
          <p:nvPr userDrawn="1"/>
        </p:nvSpPr>
        <p:spPr>
          <a:xfrm>
            <a:off x="49735" y="85017"/>
            <a:ext cx="286816" cy="5275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5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F832A92-7EC0-48A4-AB00-6AD52B706E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5201" t="38245" r="4369" b="37400"/>
          <a:stretch/>
        </p:blipFill>
        <p:spPr>
          <a:xfrm>
            <a:off x="393003" y="6309027"/>
            <a:ext cx="1613919" cy="43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68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</p:sldLayoutIdLst>
  <p:hf sldNum="0" hdr="0" dt="0"/>
  <p:txStyles>
    <p:titleStyle>
      <a:lvl1pPr algn="l" defTabSz="1219110" rtl="0" eaLnBrk="1" latinLnBrk="0" hangingPunct="1">
        <a:lnSpc>
          <a:spcPct val="90000"/>
        </a:lnSpc>
        <a:spcBef>
          <a:spcPct val="0"/>
        </a:spcBef>
        <a:buNone/>
        <a:defRPr lang="en-US" sz="2800" b="0" kern="0" baseline="0" dirty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04776" indent="-304776" algn="l" defTabSz="1219110" rtl="0" eaLnBrk="1" latinLnBrk="0" hangingPunct="1">
        <a:lnSpc>
          <a:spcPct val="90000"/>
        </a:lnSpc>
        <a:spcBef>
          <a:spcPts val="1333"/>
        </a:spcBef>
        <a:buClr>
          <a:srgbClr val="E41165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914332" indent="-304776" algn="l" defTabSz="1219110" rtl="0" eaLnBrk="1" latinLnBrk="0" hangingPunct="1">
        <a:lnSpc>
          <a:spcPct val="90000"/>
        </a:lnSpc>
        <a:spcBef>
          <a:spcPts val="667"/>
        </a:spcBef>
        <a:buClr>
          <a:srgbClr val="E41165"/>
        </a:buClr>
        <a:buFont typeface="Arial" panose="020B0604020202020204" pitchFamily="34" charset="0"/>
        <a:buChar char="•"/>
        <a:defRPr lang="en-US" sz="1600" kern="120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1523887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2133440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274299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335254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121911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121911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orient="horz" pos="64">
          <p15:clr>
            <a:srgbClr val="F26B43"/>
          </p15:clr>
        </p15:guide>
        <p15:guide id="4" orient="horz" pos="418">
          <p15:clr>
            <a:srgbClr val="F26B43"/>
          </p15:clr>
        </p15:guide>
        <p15:guide id="5" orient="horz" pos="529">
          <p15:clr>
            <a:srgbClr val="F26B43"/>
          </p15:clr>
        </p15:guide>
        <p15:guide id="6" orient="horz" pos="2957">
          <p15:clr>
            <a:srgbClr val="F26B43"/>
          </p15:clr>
        </p15:guide>
        <p15:guide id="8" pos="5585">
          <p15:clr>
            <a:srgbClr val="F26B43"/>
          </p15:clr>
        </p15:guide>
        <p15:guide id="9" pos="180">
          <p15:clr>
            <a:srgbClr val="F26B43"/>
          </p15:clr>
        </p15:guide>
        <p15:guide id="10" orient="horz" pos="3168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668164AE-F168-4FCE-AA1F-1E4E8F1F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85" y="1701803"/>
            <a:ext cx="5390651" cy="508687"/>
          </a:xfrm>
          <a:prstGeom prst="rect">
            <a:avLst/>
          </a:prstGeom>
        </p:spPr>
        <p:txBody>
          <a:bodyPr vert="horz" wrap="square" lIns="0" tIns="12065" rIns="0" bIns="0" rtlCol="0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37FA0A2-4E48-428C-81A4-88A7A7B84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2921" y="2849126"/>
            <a:ext cx="5390651" cy="3455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792" lvl="0" indent="-304792">
              <a:buClr>
                <a:srgbClr val="808285"/>
              </a:buClr>
            </a:pPr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79B3712-8251-4209-A6B2-D68E8DDA02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5157" y="6405332"/>
            <a:ext cx="1467371" cy="1929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85DA422-34A4-42C4-B88D-8E0E3D2E20D8}"/>
              </a:ext>
            </a:extLst>
          </p:cNvPr>
          <p:cNvSpPr/>
          <p:nvPr userDrawn="1"/>
        </p:nvSpPr>
        <p:spPr>
          <a:xfrm>
            <a:off x="94187" y="134303"/>
            <a:ext cx="197916" cy="194384"/>
          </a:xfrm>
          <a:prstGeom prst="rect">
            <a:avLst/>
          </a:prstGeom>
          <a:solidFill>
            <a:srgbClr val="E411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2133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0BBD5-766E-4A60-979B-6D5475DC8CF6}"/>
              </a:ext>
            </a:extLst>
          </p:cNvPr>
          <p:cNvCxnSpPr>
            <a:cxnSpLocks/>
          </p:cNvCxnSpPr>
          <p:nvPr userDrawn="1"/>
        </p:nvCxnSpPr>
        <p:spPr>
          <a:xfrm>
            <a:off x="121439" y="364669"/>
            <a:ext cx="143408" cy="0"/>
          </a:xfrm>
          <a:prstGeom prst="line">
            <a:avLst/>
          </a:prstGeom>
          <a:ln>
            <a:solidFill>
              <a:srgbClr val="E4116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CB82FAD-D870-4603-AD13-A81E1BF404DA}"/>
              </a:ext>
            </a:extLst>
          </p:cNvPr>
          <p:cNvSpPr txBox="1"/>
          <p:nvPr userDrawn="1"/>
        </p:nvSpPr>
        <p:spPr>
          <a:xfrm>
            <a:off x="94187" y="441069"/>
            <a:ext cx="197916" cy="19438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endParaRPr lang="en-US" sz="2133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F1AA33-B6EC-4360-84C1-7F601A5C35DD}"/>
              </a:ext>
            </a:extLst>
          </p:cNvPr>
          <p:cNvSpPr/>
          <p:nvPr userDrawn="1"/>
        </p:nvSpPr>
        <p:spPr>
          <a:xfrm>
            <a:off x="49735" y="85017"/>
            <a:ext cx="286816" cy="5275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55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C62FF87-C7B3-5DF2-8EDC-FEBB90D1B2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36534" b="36534"/>
          <a:stretch/>
        </p:blipFill>
        <p:spPr>
          <a:xfrm>
            <a:off x="9951076" y="187696"/>
            <a:ext cx="2146737" cy="578179"/>
          </a:xfrm>
          <a:prstGeom prst="rect">
            <a:avLst/>
          </a:prstGeom>
        </p:spPr>
      </p:pic>
      <p:pic>
        <p:nvPicPr>
          <p:cNvPr id="13" name="Picture 12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07D0D388-A576-77FC-D500-BC54154B69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000" t="24814" r="21396" b="24815"/>
          <a:stretch/>
        </p:blipFill>
        <p:spPr>
          <a:xfrm>
            <a:off x="9272286" y="187696"/>
            <a:ext cx="607086" cy="54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09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2" r:id="rId1"/>
  </p:sldLayoutIdLst>
  <p:hf sldNum="0" hdr="0" dt="0"/>
  <p:txStyles>
    <p:titleStyle>
      <a:lvl1pPr algn="l" defTabSz="1219170" rtl="0" eaLnBrk="1" latinLnBrk="0" hangingPunct="1">
        <a:lnSpc>
          <a:spcPct val="100000"/>
        </a:lnSpc>
        <a:spcBef>
          <a:spcPct val="0"/>
        </a:spcBef>
        <a:buNone/>
        <a:defRPr lang="en-US" sz="3200" b="0" i="0" kern="0" spc="-7" baseline="0" dirty="0">
          <a:solidFill>
            <a:srgbClr val="F4F3F9"/>
          </a:solidFill>
          <a:latin typeface="Calibri"/>
          <a:ea typeface="+mj-ea"/>
          <a:cs typeface="Calibri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lang="en-US" sz="2133" kern="1200" spc="3" dirty="0" smtClean="0">
          <a:solidFill>
            <a:srgbClr val="4E84C4"/>
          </a:solidFill>
          <a:latin typeface="Calibri"/>
          <a:ea typeface="+mn-ea"/>
          <a:cs typeface="Calibri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bg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696">
          <p15:clr>
            <a:srgbClr val="F26B43"/>
          </p15:clr>
        </p15:guide>
        <p15:guide id="2" orient="horz" pos="3803">
          <p15:clr>
            <a:srgbClr val="F26B43"/>
          </p15:clr>
        </p15:guide>
        <p15:guide id="3" orient="horz" pos="480">
          <p15:clr>
            <a:srgbClr val="F26B43"/>
          </p15:clr>
        </p15:guide>
        <p15:guide id="4" orient="horz" pos="1128">
          <p15:clr>
            <a:srgbClr val="F26B43"/>
          </p15:clr>
        </p15:guide>
        <p15:guide id="5" pos="240">
          <p15:clr>
            <a:srgbClr val="F26B43"/>
          </p15:clr>
        </p15:guide>
        <p15:guide id="6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C8B8C-F8CB-C8D7-528E-25F0B9773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5E15E-248F-935A-9473-78195D7D2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6" y="143890"/>
            <a:ext cx="11677349" cy="608708"/>
          </a:xfrm>
        </p:spPr>
        <p:txBody>
          <a:bodyPr/>
          <a:lstStyle/>
          <a:p>
            <a:r>
              <a:rPr kumimoji="1" lang="en-US" altLang="ja-JP" dirty="0"/>
              <a:t>Schedule</a:t>
            </a:r>
            <a:endParaRPr kumimoji="1" lang="ja-JP" altLang="en-US" dirty="0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7C699013-9013-AA3C-9190-CDE4C144F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893022"/>
              </p:ext>
            </p:extLst>
          </p:nvPr>
        </p:nvGraphicFramePr>
        <p:xfrm>
          <a:off x="1950720" y="117047"/>
          <a:ext cx="9892515" cy="6597063"/>
        </p:xfrm>
        <a:graphic>
          <a:graphicData uri="http://schemas.openxmlformats.org/drawingml/2006/table">
            <a:tbl>
              <a:tblPr/>
              <a:tblGrid>
                <a:gridCol w="785716">
                  <a:extLst>
                    <a:ext uri="{9D8B030D-6E8A-4147-A177-3AD203B41FA5}">
                      <a16:colId xmlns:a16="http://schemas.microsoft.com/office/drawing/2014/main" val="820019754"/>
                    </a:ext>
                  </a:extLst>
                </a:gridCol>
                <a:gridCol w="599236">
                  <a:extLst>
                    <a:ext uri="{9D8B030D-6E8A-4147-A177-3AD203B41FA5}">
                      <a16:colId xmlns:a16="http://schemas.microsoft.com/office/drawing/2014/main" val="1287654575"/>
                    </a:ext>
                  </a:extLst>
                </a:gridCol>
                <a:gridCol w="1088176">
                  <a:extLst>
                    <a:ext uri="{9D8B030D-6E8A-4147-A177-3AD203B41FA5}">
                      <a16:colId xmlns:a16="http://schemas.microsoft.com/office/drawing/2014/main" val="4267326161"/>
                    </a:ext>
                  </a:extLst>
                </a:gridCol>
                <a:gridCol w="3910148">
                  <a:extLst>
                    <a:ext uri="{9D8B030D-6E8A-4147-A177-3AD203B41FA5}">
                      <a16:colId xmlns:a16="http://schemas.microsoft.com/office/drawing/2014/main" val="557407165"/>
                    </a:ext>
                  </a:extLst>
                </a:gridCol>
                <a:gridCol w="3509239">
                  <a:extLst>
                    <a:ext uri="{9D8B030D-6E8A-4147-A177-3AD203B41FA5}">
                      <a16:colId xmlns:a16="http://schemas.microsoft.com/office/drawing/2014/main" val="4241970304"/>
                    </a:ext>
                  </a:extLst>
                </a:gridCol>
              </a:tblGrid>
              <a:tr h="141140"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900" b="1" i="0" u="sng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2026.1</a:t>
                      </a:r>
                      <a:r>
                        <a:rPr lang="ja-JP" altLang="en-US" sz="900" b="1" i="0" u="sng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月　インド出張プラン（</a:t>
                      </a:r>
                      <a:r>
                        <a:rPr lang="en-US" altLang="ja-JP" sz="900" b="1" i="0" u="sng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900" b="1" i="0" u="sng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様訪問）</a:t>
                      </a: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868249"/>
                  </a:ext>
                </a:extLst>
              </a:tr>
              <a:tr h="1411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168570"/>
                  </a:ext>
                </a:extLst>
              </a:tr>
              <a:tr h="4172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ENEOS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参加者</a:t>
                      </a:r>
                      <a:b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zh-CN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敬称略</a:t>
                      </a:r>
                      <a:r>
                        <a:rPr lang="en-US" altLang="zh-CN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日付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現地時間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行程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備考（敬称略）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32841"/>
                  </a:ext>
                </a:extLst>
              </a:tr>
              <a:tr h="279185">
                <a:tc rowSpan="1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業天</a:t>
                      </a:r>
                      <a:b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吉田</a:t>
                      </a:r>
                      <a:b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田中</a:t>
                      </a:r>
                      <a:b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名代</a:t>
                      </a:r>
                      <a:b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1/21(</a:t>
                      </a: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水</a:t>
                      </a:r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005491"/>
                  </a:ext>
                </a:extLst>
              </a:tr>
              <a:tr h="27918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宿泊：バンガロール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HOTEL：Courtyard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by Marriott Bengaluru Hebbal　※ENEOS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手配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067957"/>
                  </a:ext>
                </a:extLst>
              </a:tr>
              <a:tr h="27918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1/22(</a:t>
                      </a: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木</a:t>
                      </a:r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8:15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ホテル出発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社の手配車にて移動   </a:t>
                      </a:r>
                      <a:r>
                        <a:rPr lang="en-US" altLang="ja-JP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ご同席者：小原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16033"/>
                  </a:ext>
                </a:extLst>
              </a:tr>
              <a:tr h="15647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9:45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バンガロール拠点着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358073"/>
                  </a:ext>
                </a:extLst>
              </a:tr>
              <a:tr h="15647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10:00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 India Overview　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等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出席者：小原、</a:t>
                      </a:r>
                      <a:r>
                        <a:rPr 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Eswar、 Mruga（</a:t>
                      </a:r>
                      <a:r>
                        <a:rPr lang="ja-JP" alt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通訳）、その他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4045392"/>
                  </a:ext>
                </a:extLst>
              </a:tr>
              <a:tr h="15647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12:00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68902"/>
                  </a:ext>
                </a:extLst>
              </a:tr>
              <a:tr h="15764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12:00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バンガロールとランチ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出席者：小原、</a:t>
                      </a:r>
                      <a:r>
                        <a:rPr 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Eswar、 </a:t>
                      </a:r>
                      <a:r>
                        <a:rPr lang="en-US" sz="1000" b="0" i="0" u="none" strike="noStrike" dirty="0" err="1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Mruga</a:t>
                      </a:r>
                      <a:r>
                        <a:rPr 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通訳）、その他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74047"/>
                  </a:ext>
                </a:extLst>
              </a:tr>
              <a:tr h="15764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13:00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69411"/>
                  </a:ext>
                </a:extLst>
              </a:tr>
              <a:tr h="15647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13:00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 IoT/Digital Engineering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事例見学等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出席者：小原、</a:t>
                      </a:r>
                      <a:r>
                        <a:rPr 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Eswar、 Mruga（</a:t>
                      </a:r>
                      <a:r>
                        <a:rPr lang="ja-JP" alt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通訳）、その他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7879175"/>
                  </a:ext>
                </a:extLst>
              </a:tr>
              <a:tr h="309862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18:00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（ex. AI ,Robotics, AR/VR,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Cyb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Security, </a:t>
                      </a:r>
                      <a:b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POS/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OmniStore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…）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708811"/>
                  </a:ext>
                </a:extLst>
              </a:tr>
              <a:tr h="15647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18:00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バンガロール拠点出発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社の手配車にて移動   </a:t>
                      </a:r>
                      <a:r>
                        <a:rPr lang="en-US" altLang="ja-JP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ご同席者：小原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976119"/>
                  </a:ext>
                </a:extLst>
              </a:tr>
              <a:tr h="15764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18:30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バンガロール会食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出席者：小原、</a:t>
                      </a:r>
                      <a:r>
                        <a:rPr 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Eswar、 Amruta（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通訳）、その他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011181"/>
                  </a:ext>
                </a:extLst>
              </a:tr>
              <a:tr h="157644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20:30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社の手配車にて移動   </a:t>
                      </a:r>
                      <a:r>
                        <a:rPr lang="en-US" altLang="ja-JP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ご同席者：小原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3832433"/>
                  </a:ext>
                </a:extLst>
              </a:tr>
              <a:tr h="27918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20:30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宿泊：バンガロール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HOTEL：Courtyard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by Marriott Bengaluru Hebbal ※ENEOS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手配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734655"/>
                  </a:ext>
                </a:extLst>
              </a:tr>
              <a:tr h="279185">
                <a:tc rowSpan="1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田中</a:t>
                      </a:r>
                      <a:b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名代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1/23(</a:t>
                      </a: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金</a:t>
                      </a:r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7:15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ホテル出発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社の手配車にて移動   </a:t>
                      </a:r>
                      <a:r>
                        <a:rPr lang="en-US" altLang="ja-JP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ご同席者：小原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8628207"/>
                  </a:ext>
                </a:extLst>
              </a:tr>
              <a:tr h="15647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8:30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バンガロール空港到着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4870606"/>
                  </a:ext>
                </a:extLst>
              </a:tr>
              <a:tr h="279185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10:35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バンガロール⇒チェンナイへの移動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エアインディア　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AI9426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AM10:35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発、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11:50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着  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※ENEOS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手配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9099774"/>
                  </a:ext>
                </a:extLst>
              </a:tr>
              <a:tr h="15647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11:50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チェンナイ空港到着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（小原、同フライトに搭乗予定）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4727023"/>
                  </a:ext>
                </a:extLst>
              </a:tr>
              <a:tr h="15647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12:00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チェンナイ空港⇒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チェンナイ拠点に移動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社の手配車にて移動   </a:t>
                      </a:r>
                      <a:r>
                        <a:rPr lang="en-US" altLang="ja-JP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ご同席者：小原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631637"/>
                  </a:ext>
                </a:extLst>
              </a:tr>
              <a:tr h="24439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13:15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Siruseri</a:t>
                      </a: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センター見学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出席者：小原、</a:t>
                      </a:r>
                      <a:r>
                        <a:rPr 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Srikanth、 Amruta（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通訳）、その他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7256228"/>
                  </a:ext>
                </a:extLst>
              </a:tr>
              <a:tr h="244397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日本企業向け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IT 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サービス事例見学、その他グローバル顧客事例見学等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28479"/>
                  </a:ext>
                </a:extLst>
              </a:tr>
              <a:tr h="15647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18:00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チェンナイ拠点出発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社の手配車にて移動   </a:t>
                      </a:r>
                      <a:r>
                        <a:rPr lang="en-US" altLang="ja-JP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ご同席者：小原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465465"/>
                  </a:ext>
                </a:extLst>
              </a:tr>
              <a:tr h="15647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19:00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チェンナイ会食（会食有無要確認）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出席者：小原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1942391"/>
                  </a:ext>
                </a:extLst>
              </a:tr>
              <a:tr h="15647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20:00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社の手配車にて移動   </a:t>
                      </a:r>
                      <a:r>
                        <a:rPr lang="en-US" altLang="ja-JP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  <a:r>
                        <a:rPr lang="ja-JP" altLang="en-US" sz="1000" b="0" i="0" u="none" strike="noStrike" dirty="0">
                          <a:solidFill>
                            <a:srgbClr val="4472C4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ご同席者：小原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7420190"/>
                  </a:ext>
                </a:extLst>
              </a:tr>
              <a:tr h="156479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夜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宿泊：チェンナイ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HOTEL：Trident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, Chennai　※ENEOS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手配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434147"/>
                  </a:ext>
                </a:extLst>
              </a:tr>
              <a:tr h="14551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800" b="0" i="0" u="none" strike="noStrike">
                        <a:solidFill>
                          <a:srgbClr val="000000"/>
                        </a:solidFill>
                        <a:effectLst/>
                        <a:latin typeface="游ゴシック" panose="020B0400000000000000" pitchFamily="50" charset="-128"/>
                        <a:ea typeface="游ゴシック" panose="020B0400000000000000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584542"/>
                  </a:ext>
                </a:extLst>
              </a:tr>
              <a:tr h="1411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21401"/>
                  </a:ext>
                </a:extLst>
              </a:tr>
              <a:tr h="1411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会社名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お名前</a:t>
                      </a:r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</a:t>
                      </a: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敬称略</a:t>
                      </a:r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)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連絡先電話番号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10075"/>
                  </a:ext>
                </a:extLst>
              </a:tr>
              <a:tr h="27918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連絡先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日本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太田 真一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０８０－４６８４－２６２１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3167064"/>
                  </a:ext>
                </a:extLst>
              </a:tr>
              <a:tr h="1411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9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3076" marR="3076" marT="3076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日本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TCS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>
                          <a:solidFill>
                            <a:srgbClr val="0070C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小原朋広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altLang="en-US" sz="900" b="0" i="0" u="none" strike="noStrike" dirty="0">
                          <a:solidFill>
                            <a:srgbClr val="0070C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０８０－２１１５－０９８０</a:t>
                      </a:r>
                    </a:p>
                  </a:txBody>
                  <a:tcPr marL="3076" marR="3076" marT="307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3297417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9598D52-D6E9-F0EE-BFF9-45AB6244D7BE}"/>
              </a:ext>
            </a:extLst>
          </p:cNvPr>
          <p:cNvSpPr txBox="1"/>
          <p:nvPr/>
        </p:nvSpPr>
        <p:spPr>
          <a:xfrm>
            <a:off x="152400" y="1569721"/>
            <a:ext cx="1706880" cy="11937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kumimoji="1" lang="en-US" altLang="ja-JP" sz="1600" b="1" dirty="0">
                <a:solidFill>
                  <a:schemeClr val="tx1"/>
                </a:solidFill>
              </a:rPr>
              <a:t>ENEOS</a:t>
            </a:r>
            <a:r>
              <a:rPr kumimoji="1" lang="ja-JP" altLang="en-US" sz="1600" b="1" dirty="0">
                <a:solidFill>
                  <a:schemeClr val="tx1"/>
                </a:solidFill>
              </a:rPr>
              <a:t>との共有済スケジュール表</a:t>
            </a:r>
          </a:p>
        </p:txBody>
      </p:sp>
    </p:spTree>
    <p:extLst>
      <p:ext uri="{BB962C8B-B14F-4D97-AF65-F5344CB8AC3E}">
        <p14:creationId xmlns:p14="http://schemas.microsoft.com/office/powerpoint/2010/main" val="1142079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08909-1A28-BEE8-8C1E-2CB7EE774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086FA-CA70-125A-0635-187B604ED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6" y="143890"/>
            <a:ext cx="11677349" cy="608708"/>
          </a:xfrm>
        </p:spPr>
        <p:txBody>
          <a:bodyPr/>
          <a:lstStyle/>
          <a:p>
            <a:r>
              <a:rPr kumimoji="1" lang="ja-JP" altLang="en-US" noProof="1"/>
              <a:t>タイムテーブル </a:t>
            </a:r>
            <a:r>
              <a:rPr kumimoji="1" lang="en-US" altLang="ja-JP" noProof="1"/>
              <a:t>– 22</a:t>
            </a:r>
            <a:r>
              <a:rPr kumimoji="1" lang="ja-JP" altLang="en-US" noProof="1"/>
              <a:t>日</a:t>
            </a:r>
            <a:r>
              <a:rPr kumimoji="1" lang="en-US" altLang="ja-JP" noProof="1"/>
              <a:t>@Bangalore </a:t>
            </a:r>
            <a:endParaRPr kumimoji="1" lang="ja-JP" altLang="en-US" dirty="0"/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8B32E762-D626-5620-469B-1C1B7F7C1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878945"/>
              </p:ext>
            </p:extLst>
          </p:nvPr>
        </p:nvGraphicFramePr>
        <p:xfrm>
          <a:off x="416560" y="529524"/>
          <a:ext cx="9926318" cy="6034912"/>
        </p:xfrm>
        <a:graphic>
          <a:graphicData uri="http://schemas.openxmlformats.org/drawingml/2006/table">
            <a:tbl>
              <a:tblPr/>
              <a:tblGrid>
                <a:gridCol w="307352">
                  <a:extLst>
                    <a:ext uri="{9D8B030D-6E8A-4147-A177-3AD203B41FA5}">
                      <a16:colId xmlns:a16="http://schemas.microsoft.com/office/drawing/2014/main" val="2763873173"/>
                    </a:ext>
                  </a:extLst>
                </a:gridCol>
                <a:gridCol w="2105927">
                  <a:extLst>
                    <a:ext uri="{9D8B030D-6E8A-4147-A177-3AD203B41FA5}">
                      <a16:colId xmlns:a16="http://schemas.microsoft.com/office/drawing/2014/main" val="1358307984"/>
                    </a:ext>
                  </a:extLst>
                </a:gridCol>
                <a:gridCol w="671620">
                  <a:extLst>
                    <a:ext uri="{9D8B030D-6E8A-4147-A177-3AD203B41FA5}">
                      <a16:colId xmlns:a16="http://schemas.microsoft.com/office/drawing/2014/main" val="3329077816"/>
                    </a:ext>
                  </a:extLst>
                </a:gridCol>
                <a:gridCol w="648854">
                  <a:extLst>
                    <a:ext uri="{9D8B030D-6E8A-4147-A177-3AD203B41FA5}">
                      <a16:colId xmlns:a16="http://schemas.microsoft.com/office/drawing/2014/main" val="1712442272"/>
                    </a:ext>
                  </a:extLst>
                </a:gridCol>
                <a:gridCol w="717153">
                  <a:extLst>
                    <a:ext uri="{9D8B030D-6E8A-4147-A177-3AD203B41FA5}">
                      <a16:colId xmlns:a16="http://schemas.microsoft.com/office/drawing/2014/main" val="3463597539"/>
                    </a:ext>
                  </a:extLst>
                </a:gridCol>
                <a:gridCol w="3426402">
                  <a:extLst>
                    <a:ext uri="{9D8B030D-6E8A-4147-A177-3AD203B41FA5}">
                      <a16:colId xmlns:a16="http://schemas.microsoft.com/office/drawing/2014/main" val="838308941"/>
                    </a:ext>
                  </a:extLst>
                </a:gridCol>
                <a:gridCol w="1126955">
                  <a:extLst>
                    <a:ext uri="{9D8B030D-6E8A-4147-A177-3AD203B41FA5}">
                      <a16:colId xmlns:a16="http://schemas.microsoft.com/office/drawing/2014/main" val="1136967559"/>
                    </a:ext>
                  </a:extLst>
                </a:gridCol>
                <a:gridCol w="922055">
                  <a:extLst>
                    <a:ext uri="{9D8B030D-6E8A-4147-A177-3AD203B41FA5}">
                      <a16:colId xmlns:a16="http://schemas.microsoft.com/office/drawing/2014/main" val="3453079387"/>
                    </a:ext>
                  </a:extLst>
                </a:gridCol>
              </a:tblGrid>
              <a:tr h="350820">
                <a:tc grid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Agenda for ENEOS Visit on 22nd Jan 2026 @ TCS Bangalore Offices </a:t>
                      </a: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006870"/>
                  </a:ext>
                </a:extLst>
              </a:tr>
              <a:tr h="19888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985760"/>
                  </a:ext>
                </a:extLst>
              </a:tr>
              <a:tr h="3218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SI No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Details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Start Time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Duration (mins)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End Time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Topics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Anchor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Location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416689"/>
                  </a:ext>
                </a:extLst>
              </a:tr>
              <a:tr h="18437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Welcome and Introduction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1000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1010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Teams Introduction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Obara / Eswarmoorthy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Conf Room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11506"/>
                  </a:ext>
                </a:extLst>
              </a:tr>
              <a:tr h="18437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2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Visit Expectations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1010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1020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Understand ENEOS expectations from the visit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NA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Conf Room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999478"/>
                  </a:ext>
                </a:extLst>
              </a:tr>
              <a:tr h="3218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3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Visit Agenda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1020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1030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Discuss on Agenda for the day and fine tune if required as per ENEOS expectations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Eswarmoorthy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Conf Room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633601"/>
                  </a:ext>
                </a:extLst>
              </a:tr>
              <a:tr h="18437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4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TCS IOT DE Introduction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1030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45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1115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TCS IOT/DE, O&amp;G - Introduction, Capabilities, Success Stories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Rajesh Maisheri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Conf Room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72731"/>
                  </a:ext>
                </a:extLst>
              </a:tr>
              <a:tr h="18437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NEW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TCS OmniStore overview and demo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1115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45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1200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TCS OmniStore Point-Of-Sale capabailities overview and demo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Raghavan Mukundan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Conf Room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944457"/>
                  </a:ext>
                </a:extLst>
              </a:tr>
              <a:tr h="18437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5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Tea / Coffee Break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1200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15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1215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279699"/>
                  </a:ext>
                </a:extLst>
              </a:tr>
              <a:tr h="32180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6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Robotics Lab - Visit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1215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45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1300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Visit to Robotics Lab and see use cases / demo of Robotics, AMR, AGV automation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Eswarmoorthy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Robotics Lab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720528"/>
                  </a:ext>
                </a:extLst>
              </a:tr>
              <a:tr h="18437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7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Lunch Break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1300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60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1400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Lunch and Travel to Other location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Eswarmoorthy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0727925"/>
                  </a:ext>
                </a:extLst>
              </a:tr>
              <a:tr h="18437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8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IOT Lab - Visit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1400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60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1500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Visit to IOT Lab - Vision system, 5G, GenAI Demos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Eswarmoorthy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IoT Lab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322072"/>
                  </a:ext>
                </a:extLst>
              </a:tr>
              <a:tr h="18437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9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TCS POV - Engagement with ENEOS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1600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30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1630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Innovation Center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Rajesh Maisheri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Conf Room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843772"/>
                  </a:ext>
                </a:extLst>
              </a:tr>
              <a:tr h="18437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Cyber Security Sesssion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1630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60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1730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TCS Cyber Security Overview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Vikas/Suraj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Conf Room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961518"/>
                  </a:ext>
                </a:extLst>
              </a:tr>
              <a:tr h="18437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11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Wrap Up and Discussions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1730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30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1800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Meeting Wrap up, Discusssions on next steps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Eswarmoorthy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Conf Room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F0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7291941"/>
                  </a:ext>
                </a:extLst>
              </a:tr>
              <a:tr h="184378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12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Dinner 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1800~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120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2000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Dinner wih Customer at Customer`s Hotel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Obara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TBD</a:t>
                      </a: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7D3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8947693"/>
                  </a:ext>
                </a:extLst>
              </a:tr>
              <a:tr h="19888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9330081"/>
                  </a:ext>
                </a:extLst>
              </a:tr>
              <a:tr h="168344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ENEOS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1. Gyoten SVP Risk Mgmt &amp; IT Strategy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2. Yoshida, DGM Risk Mgmt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3. Tanaka CIO/GM IT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4. Nashiro, DGM IT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TCS Japan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1. Obara, SBP</a:t>
                      </a:r>
                    </a:p>
                  </a:txBody>
                  <a:tcPr marL="4595" marR="4595" marT="4595" marB="3308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Tata Consultancy Services Limited</a:t>
                      </a:r>
                      <a:br>
                        <a:rPr lang="en-US" sz="11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Gopalan Global Axis, H - Block</a:t>
                      </a:r>
                      <a:br>
                        <a:rPr lang="en-US" sz="11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Opp to Satya Sai Hospital,</a:t>
                      </a:r>
                      <a:br>
                        <a:rPr lang="en-US" sz="11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Whitefield, Bengaluru - 560066</a:t>
                      </a:r>
                      <a:br>
                        <a:rPr lang="en-US" sz="1100" b="0" i="0" u="none" strike="sng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Tata Consultancy Services Limited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Anchor building, ITPL Campus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Pattandur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 Agrahara</a:t>
                      </a:r>
                      <a:b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</a:b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Whitefield, Bengaluru - 560066</a:t>
                      </a: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4595" marR="4595" marT="4595" marB="3308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8509515"/>
                  </a:ext>
                </a:extLst>
              </a:tr>
            </a:tbl>
          </a:graphicData>
        </a:graphic>
      </p:graphicFrame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C7366790-3579-D252-8A5F-BE2B013880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447293"/>
              </p:ext>
            </p:extLst>
          </p:nvPr>
        </p:nvGraphicFramePr>
        <p:xfrm>
          <a:off x="6931023" y="5727859"/>
          <a:ext cx="6823709" cy="387350"/>
        </p:xfrm>
        <a:graphic>
          <a:graphicData uri="http://schemas.openxmlformats.org/drawingml/2006/table">
            <a:tbl>
              <a:tblPr/>
              <a:tblGrid>
                <a:gridCol w="1898325">
                  <a:extLst>
                    <a:ext uri="{9D8B030D-6E8A-4147-A177-3AD203B41FA5}">
                      <a16:colId xmlns:a16="http://schemas.microsoft.com/office/drawing/2014/main" val="18930152"/>
                    </a:ext>
                  </a:extLst>
                </a:gridCol>
                <a:gridCol w="605411">
                  <a:extLst>
                    <a:ext uri="{9D8B030D-6E8A-4147-A177-3AD203B41FA5}">
                      <a16:colId xmlns:a16="http://schemas.microsoft.com/office/drawing/2014/main" val="1109083509"/>
                    </a:ext>
                  </a:extLst>
                </a:gridCol>
                <a:gridCol w="584889">
                  <a:extLst>
                    <a:ext uri="{9D8B030D-6E8A-4147-A177-3AD203B41FA5}">
                      <a16:colId xmlns:a16="http://schemas.microsoft.com/office/drawing/2014/main" val="3562424953"/>
                    </a:ext>
                  </a:extLst>
                </a:gridCol>
                <a:gridCol w="646457">
                  <a:extLst>
                    <a:ext uri="{9D8B030D-6E8A-4147-A177-3AD203B41FA5}">
                      <a16:colId xmlns:a16="http://schemas.microsoft.com/office/drawing/2014/main" val="3675365995"/>
                    </a:ext>
                  </a:extLst>
                </a:gridCol>
                <a:gridCol w="3088627">
                  <a:extLst>
                    <a:ext uri="{9D8B030D-6E8A-4147-A177-3AD203B41FA5}">
                      <a16:colId xmlns:a16="http://schemas.microsoft.com/office/drawing/2014/main" val="3170886258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Local SPOC Ph # for BLR</a:t>
                      </a:r>
                    </a:p>
                  </a:txBody>
                  <a:tcPr marL="6350" marR="6350" marT="6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Mahesh san</a:t>
                      </a:r>
                    </a:p>
                  </a:txBody>
                  <a:tcPr marL="6350" marR="6350" marT="6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游ゴシック" panose="020B0400000000000000" pitchFamily="50" charset="-128"/>
                        </a:rPr>
                        <a:t>[91-96326-80301]</a:t>
                      </a:r>
                    </a:p>
                  </a:txBody>
                  <a:tcPr marL="6350" marR="6350" marT="6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游ゴシック" panose="020B0400000000000000" pitchFamily="50" charset="-128"/>
                      </a:endParaRPr>
                    </a:p>
                  </a:txBody>
                  <a:tcPr marL="6350" marR="6350" marT="63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1445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193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535B3-A877-5AC8-E39B-643E51022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1ED751-F60E-A223-266B-EED417C43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326" y="143890"/>
            <a:ext cx="11677349" cy="608708"/>
          </a:xfrm>
        </p:spPr>
        <p:txBody>
          <a:bodyPr/>
          <a:lstStyle/>
          <a:p>
            <a:r>
              <a:rPr kumimoji="1" lang="ja-JP" altLang="en-US" noProof="1"/>
              <a:t>タイムテーブル </a:t>
            </a:r>
            <a:r>
              <a:rPr kumimoji="1" lang="en-US" altLang="ja-JP" noProof="1"/>
              <a:t>– 23</a:t>
            </a:r>
            <a:r>
              <a:rPr kumimoji="1" lang="ja-JP" altLang="en-US" noProof="1"/>
              <a:t>日</a:t>
            </a:r>
            <a:r>
              <a:rPr kumimoji="1" lang="en-US" altLang="ja-JP" noProof="1"/>
              <a:t>@Chennai</a:t>
            </a:r>
            <a:endParaRPr kumimoji="1" lang="ja-JP" altLang="en-US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F03B3EE3-7147-DF40-A62D-99BA7A0BD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470852"/>
              </p:ext>
            </p:extLst>
          </p:nvPr>
        </p:nvGraphicFramePr>
        <p:xfrm>
          <a:off x="772160" y="683461"/>
          <a:ext cx="9702800" cy="6030649"/>
        </p:xfrm>
        <a:graphic>
          <a:graphicData uri="http://schemas.openxmlformats.org/drawingml/2006/table">
            <a:tbl>
              <a:tblPr/>
              <a:tblGrid>
                <a:gridCol w="1212851">
                  <a:extLst>
                    <a:ext uri="{9D8B030D-6E8A-4147-A177-3AD203B41FA5}">
                      <a16:colId xmlns:a16="http://schemas.microsoft.com/office/drawing/2014/main" val="365824543"/>
                    </a:ext>
                  </a:extLst>
                </a:gridCol>
                <a:gridCol w="2820581">
                  <a:extLst>
                    <a:ext uri="{9D8B030D-6E8A-4147-A177-3AD203B41FA5}">
                      <a16:colId xmlns:a16="http://schemas.microsoft.com/office/drawing/2014/main" val="2250617425"/>
                    </a:ext>
                  </a:extLst>
                </a:gridCol>
                <a:gridCol w="606426">
                  <a:extLst>
                    <a:ext uri="{9D8B030D-6E8A-4147-A177-3AD203B41FA5}">
                      <a16:colId xmlns:a16="http://schemas.microsoft.com/office/drawing/2014/main" val="590158976"/>
                    </a:ext>
                  </a:extLst>
                </a:gridCol>
                <a:gridCol w="1734657">
                  <a:extLst>
                    <a:ext uri="{9D8B030D-6E8A-4147-A177-3AD203B41FA5}">
                      <a16:colId xmlns:a16="http://schemas.microsoft.com/office/drawing/2014/main" val="1030409476"/>
                    </a:ext>
                  </a:extLst>
                </a:gridCol>
                <a:gridCol w="3328285">
                  <a:extLst>
                    <a:ext uri="{9D8B030D-6E8A-4147-A177-3AD203B41FA5}">
                      <a16:colId xmlns:a16="http://schemas.microsoft.com/office/drawing/2014/main" val="1004171163"/>
                    </a:ext>
                  </a:extLst>
                </a:gridCol>
              </a:tblGrid>
              <a:tr h="36468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1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Day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23rd Jan25</a:t>
                      </a:r>
                      <a:b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Board Room , TCS Siruseri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71255"/>
                  </a:ext>
                </a:extLst>
              </a:tr>
              <a:tr h="20105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314871"/>
                  </a:ext>
                </a:extLst>
              </a:tr>
              <a:tr h="3004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Time in IST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Agenda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Duration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Anchor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Key Focus Areas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076429"/>
                  </a:ext>
                </a:extLst>
              </a:tr>
              <a:tr h="201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12:00 to 13:15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Travel from Airport to TCS Siruseri office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 Mins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92796"/>
                  </a:ext>
                </a:extLst>
              </a:tr>
              <a:tr h="201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13:15 to 13:30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Welcome and Introduction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 Mins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All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022061"/>
                  </a:ext>
                </a:extLst>
              </a:tr>
              <a:tr h="201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13:30 to 14:00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Lunch /Campus Tour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Mins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981616"/>
                  </a:ext>
                </a:extLst>
              </a:tr>
              <a:tr h="201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14:00 to 15:00 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Leading Global Manufacturing Floorwalk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 Mins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Prithvi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End to End SAP Support (Olympus) 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874679"/>
                  </a:ext>
                </a:extLst>
              </a:tr>
              <a:tr h="5283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15:00 to 15:45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Leading Japan Airlines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45 Mins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Rajee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Applications Development /Management support (JAL)</a:t>
                      </a:r>
                      <a:b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774556"/>
                  </a:ext>
                </a:extLst>
              </a:tr>
              <a:tr h="201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15:45 to 16:45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Cognix COE Floorwalk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 Mins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Gopal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Next Gen Hybrid Cloud Management Offerings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021399"/>
                  </a:ext>
                </a:extLst>
              </a:tr>
              <a:tr h="201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16:45 to 17:00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Break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608946"/>
                  </a:ext>
                </a:extLst>
              </a:tr>
              <a:tr h="201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17:00 to 17:30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Large E&amp;R client Case study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Mins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Account team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192365"/>
                  </a:ext>
                </a:extLst>
              </a:tr>
              <a:tr h="201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17:30 to 18:00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AI /Automation Demo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Mins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Navneeth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de-DE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Cognitive Digital Desk, Network BOTs demo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511694"/>
                  </a:ext>
                </a:extLst>
              </a:tr>
              <a:tr h="201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18:00 to 18:15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Wrap up &amp; Next Steps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 Mins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155733"/>
                  </a:ext>
                </a:extLst>
              </a:tr>
              <a:tr h="2010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18:15 to 19:30</a:t>
                      </a: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Travel to Hotel </a:t>
                      </a: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464" marR="4464" marT="4464" marB="32143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2778683"/>
                  </a:ext>
                </a:extLst>
              </a:tr>
              <a:tr h="2092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3970948"/>
                  </a:ext>
                </a:extLst>
              </a:tr>
              <a:tr h="2092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3140987"/>
                  </a:ext>
                </a:extLst>
              </a:tr>
              <a:tr h="2092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743054"/>
                  </a:ext>
                </a:extLst>
              </a:tr>
              <a:tr h="20921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64" marR="4464" marT="4464" marB="321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Confirmations needed</a:t>
                      </a:r>
                    </a:p>
                  </a:txBody>
                  <a:tcPr marL="4464" marR="4464" marT="4464" marB="321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1753034"/>
                  </a:ext>
                </a:extLst>
              </a:tr>
              <a:tr h="3802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23rd</a:t>
                      </a:r>
                    </a:p>
                  </a:txBody>
                  <a:tcPr marL="4464" marR="4464" marT="4464" marB="321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car for Customer pick up from Airport, drop to TCS office and back to Hotel</a:t>
                      </a:r>
                    </a:p>
                  </a:txBody>
                  <a:tcPr marL="4464" marR="4464" marT="4464" marB="321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available from airport back to hotel</a:t>
                      </a: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05143"/>
                  </a:ext>
                </a:extLst>
              </a:tr>
              <a:tr h="38026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23rd </a:t>
                      </a:r>
                    </a:p>
                  </a:txBody>
                  <a:tcPr marL="4464" marR="4464" marT="4464" marB="321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 separate car for Obara san from Airport at disposal</a:t>
                      </a:r>
                    </a:p>
                  </a:txBody>
                  <a:tcPr marL="4464" marR="4464" marT="4464" marB="321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Confirmed</a:t>
                      </a: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available from airport back to airport</a:t>
                      </a: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6784031"/>
                  </a:ext>
                </a:extLst>
              </a:tr>
              <a:tr h="2092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5045805"/>
                  </a:ext>
                </a:extLst>
              </a:tr>
              <a:tr h="20921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307341"/>
                  </a:ext>
                </a:extLst>
              </a:tr>
              <a:tr h="6097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Local SPOC Ph # for Chennai</a:t>
                      </a:r>
                    </a:p>
                  </a:txBody>
                  <a:tcPr marL="4464" marR="4464" marT="4464" marB="321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[Shalem+91-9884069435</a:t>
                      </a:r>
                      <a:b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Vijay - +91-9940051789]</a:t>
                      </a:r>
                    </a:p>
                  </a:txBody>
                  <a:tcPr marL="4464" marR="4464" marT="4464" marB="32143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464" marR="4464" marT="4464" marB="32143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921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573204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_White_with color logo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4E84C4"/>
        </a:solidFill>
        <a:ln>
          <a:noFill/>
        </a:ln>
      </a:spPr>
      <a:bodyPr rtlCol="0" anchor="ctr"/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4E84C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C9422EB1-8113-4666-82F6-00D163C9C56B}"/>
    </a:ext>
  </a:extLst>
</a:theme>
</file>

<file path=ppt/theme/theme2.xml><?xml version="1.0" encoding="utf-8"?>
<a:theme xmlns:a="http://schemas.openxmlformats.org/drawingml/2006/main" name="1_Content Slide_Black">
  <a:themeElements>
    <a:clrScheme name="Custom 3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83EBE7"/>
      </a:accent1>
      <a:accent2>
        <a:srgbClr val="47A3EB"/>
      </a:accent2>
      <a:accent3>
        <a:srgbClr val="7159B1"/>
      </a:accent3>
      <a:accent4>
        <a:srgbClr val="CB336B"/>
      </a:accent4>
      <a:accent5>
        <a:srgbClr val="EF7333"/>
      </a:accent5>
      <a:accent6>
        <a:srgbClr val="FFEB33"/>
      </a:accent6>
      <a:hlink>
        <a:srgbClr val="EF7333"/>
      </a:hlink>
      <a:folHlink>
        <a:srgbClr val="005B9C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03782"/>
        </a:solidFill>
        <a:ln>
          <a:noFill/>
        </a:ln>
      </a:spPr>
      <a:bodyPr rtlCol="0" anchor="ctr"/>
      <a:lstStyle>
        <a:defPPr algn="ctr">
          <a:defRPr sz="16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0378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ctr" anchorCtr="0">
        <a:noAutofit/>
      </a:bodyPr>
      <a:lstStyle>
        <a:defPPr algn="ctr"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White">
      <a:srgbClr val="FFFFFF"/>
    </a:custClr>
    <a:custClr name="Black">
      <a:srgbClr val="000000"/>
    </a:custClr>
    <a:custClr name="TCS Pink-New">
      <a:srgbClr val="E41165"/>
    </a:custClr>
    <a:custClr name="Darker 2">
      <a:srgbClr val="00ACAC"/>
    </a:custClr>
    <a:custClr name="Darker 1">
      <a:srgbClr val="1ACFCF"/>
    </a:custClr>
    <a:custClr name="TCS Green">
      <a:srgbClr val="64E6E1"/>
    </a:custClr>
    <a:custClr name="Lighter 1">
      <a:srgbClr val="83EBE7"/>
    </a:custClr>
    <a:custClr name="Lighter 2">
      <a:srgbClr val="A2F0ED"/>
    </a:custClr>
    <a:custClr name="Lighter 3">
      <a:srgbClr val="C1F5F3"/>
    </a:custClr>
    <a:custClr name="Darker 2">
      <a:srgbClr val="154B8C"/>
    </a:custClr>
    <a:custClr name="Darker 1">
      <a:srgbClr val="005B9C"/>
    </a:custClr>
    <a:custClr name="TCS Blue">
      <a:srgbClr val="007DC5"/>
    </a:custClr>
    <a:custClr name="Lighter 1">
      <a:srgbClr val="47A3EB"/>
    </a:custClr>
    <a:custClr name="Lighter 2">
      <a:srgbClr val="75BAF0"/>
    </a:custClr>
    <a:custClr name="Lighter 3">
      <a:srgbClr val="A3D1F5"/>
    </a:custClr>
    <a:custClr name="Darker 2">
      <a:srgbClr val="4D0092"/>
    </a:custClr>
    <a:custClr name="Darker 1">
      <a:srgbClr val="4D129E"/>
    </a:custClr>
    <a:custClr name="TCS Purple">
      <a:srgbClr val="4D2F9E"/>
    </a:custClr>
    <a:custClr name="Lighter 1">
      <a:srgbClr val="7159B1"/>
    </a:custClr>
    <a:custClr name="Lighter 2">
      <a:srgbClr val="9482C5"/>
    </a:custClr>
    <a:custClr name="Lighter 3">
      <a:srgbClr val="B8ACD8"/>
    </a:custClr>
    <a:custClr name="Darker 2">
      <a:srgbClr val="8F0035"/>
    </a:custClr>
    <a:custClr name="Darker 1">
      <a:srgbClr val="A30046"/>
    </a:custClr>
    <a:custClr name="TCS Magenta">
      <a:srgbClr val="BE0046"/>
    </a:custClr>
    <a:custClr name="Lighter 1">
      <a:srgbClr val="CB336B"/>
    </a:custClr>
    <a:custClr name="LIghter 2">
      <a:srgbClr val="D86690"/>
    </a:custClr>
    <a:custClr name="Lighter 3">
      <a:srgbClr val="E599B5"/>
    </a:custClr>
    <a:custClr name="Darker 2">
      <a:srgbClr val="B03C00"/>
    </a:custClr>
    <a:custClr name="Darker 1">
      <a:srgbClr val="CD5000"/>
    </a:custClr>
    <a:custClr name="TCS Orange">
      <a:srgbClr val="EB5000"/>
    </a:custClr>
    <a:custClr name="Lighter 1">
      <a:srgbClr val="EF7333"/>
    </a:custClr>
    <a:custClr name="Lighter 2">
      <a:srgbClr val="F39666"/>
    </a:custClr>
    <a:custClr name="Lighter 3">
      <a:srgbClr val="F7B999"/>
    </a:custClr>
    <a:custClr name="Darker 2">
      <a:srgbClr val="FFBC00"/>
    </a:custClr>
    <a:custClr name="Darker 1">
      <a:srgbClr val="FFD300"/>
    </a:custClr>
    <a:custClr name="TCS Yellow">
      <a:srgbClr val="FFE600"/>
    </a:custClr>
    <a:custClr name="Lighter 1">
      <a:srgbClr val="FFEB33"/>
    </a:custClr>
    <a:custClr name="Lighter 2">
      <a:srgbClr val="FFF066"/>
    </a:custClr>
    <a:custClr name="Lighter 3">
      <a:srgbClr val="FFF599"/>
    </a:custClr>
  </a:custClrLst>
  <a:extLst>
    <a:ext uri="{05A4C25C-085E-4340-85A3-A5531E510DB2}">
      <thm15:themeFamily xmlns:thm15="http://schemas.microsoft.com/office/thememl/2012/main" name="Presentation2" id="{10222E7A-D9D1-40CE-919A-1B6202037701}" vid="{3A806EA1-1B37-4FCB-B66E-0FC7EEB2B844}"/>
    </a:ext>
  </a:extLst>
</a:theme>
</file>

<file path=ppt/theme/theme3.xml><?xml version="1.0" encoding="utf-8"?>
<a:theme xmlns:a="http://schemas.openxmlformats.org/drawingml/2006/main" name="Title Slide_Black Blue 1">
  <a:themeElements>
    <a:clrScheme name="TCS Theme Color">
      <a:dk1>
        <a:srgbClr val="000000"/>
      </a:dk1>
      <a:lt1>
        <a:srgbClr val="FFFFFF"/>
      </a:lt1>
      <a:dk2>
        <a:srgbClr val="1E2323"/>
      </a:dk2>
      <a:lt2>
        <a:srgbClr val="FFFFFF"/>
      </a:lt2>
      <a:accent1>
        <a:srgbClr val="4E84C4"/>
      </a:accent1>
      <a:accent2>
        <a:srgbClr val="6DB657"/>
      </a:accent2>
      <a:accent3>
        <a:srgbClr val="F0B34F"/>
      </a:accent3>
      <a:accent4>
        <a:srgbClr val="DD5041"/>
      </a:accent4>
      <a:accent5>
        <a:srgbClr val="DF653A"/>
      </a:accent5>
      <a:accent6>
        <a:srgbClr val="FFEB33"/>
      </a:accent6>
      <a:hlink>
        <a:srgbClr val="0070C0"/>
      </a:hlink>
      <a:folHlink>
        <a:srgbClr val="F0B34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Standard PPT Template_16 x 9_V5.2" id="{5FB39854-C2A8-4C4E-9294-8D9D3F120220}" vid="{8A473F64-A4FE-4660-9414-92A8A2F93746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White">
      <a:srgbClr val="FFFFFF"/>
    </a:custClr>
    <a:custClr name="Black">
      <a:srgbClr val="000000"/>
    </a:custClr>
    <a:custClr name="TCS Blue">
      <a:srgbClr val="4E84C4"/>
    </a:custClr>
    <a:custClr name="TCS Green">
      <a:srgbClr val="6DB657"/>
    </a:custClr>
    <a:custClr name="TCS Yellow">
      <a:srgbClr val="F0B34F"/>
    </a:custClr>
    <a:custClr name="TCS Red">
      <a:srgbClr val="DD5041"/>
    </a:custClr>
    <a:custClr name="TCS Orange">
      <a:srgbClr val="DF653A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931A421C4B42B75EB81AB90257FF" ma:contentTypeVersion="3" ma:contentTypeDescription="Create a new document." ma:contentTypeScope="" ma:versionID="2cc3e1f9ecd1de2b3f96eb5d2966dc8c">
  <xsd:schema xmlns:xsd="http://www.w3.org/2001/XMLSchema" xmlns:xs="http://www.w3.org/2001/XMLSchema" xmlns:p="http://schemas.microsoft.com/office/2006/metadata/properties" xmlns:ns2="0fd6c2ee-7a42-4096-bee0-7566b19b8388" targetNamespace="http://schemas.microsoft.com/office/2006/metadata/properties" ma:root="true" ma:fieldsID="9adb38b5bb7337dbe1890ad4b961913c" ns2:_="">
    <xsd:import namespace="0fd6c2ee-7a42-4096-bee0-7566b19b83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6c2ee-7a42-4096-bee0-7566b19b83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AC37ED8-06D3-4BAF-925E-0E0C6BD526E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0A69B7A-F9DF-4CD8-B9BB-43D5ECE8F787}"/>
</file>

<file path=customXml/itemProps3.xml><?xml version="1.0" encoding="utf-8"?>
<ds:datastoreItem xmlns:ds="http://schemas.openxmlformats.org/officeDocument/2006/customXml" ds:itemID="{DBB1B480-7C1E-4300-A913-41CAD33511F4}">
  <ds:schemaRefs>
    <ds:schemaRef ds:uri="http://purl.org/dc/dcmitype/"/>
    <ds:schemaRef ds:uri="http://schemas.openxmlformats.org/package/2006/metadata/core-properties"/>
    <ds:schemaRef ds:uri="http://purl.org/dc/terms/"/>
    <ds:schemaRef ds:uri="4b6f65e4-9fe3-4cc1-81a9-962cfd4ec20f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78fd6b76-2837-4fff-a711-680cff5605a1"/>
    <ds:schemaRef ds:uri="d26bde5c-df67-4563-bffd-a909fdb572b1"/>
  </ds:schemaRefs>
</ds:datastoreItem>
</file>

<file path=docMetadata/LabelInfo.xml><?xml version="1.0" encoding="utf-8"?>
<clbl:labelList xmlns:clbl="http://schemas.microsoft.com/office/2020/mipLabelMetadata">
  <clbl:label id="{404b1967-6507-45ab-8a6d-7374a3f478be}" enabled="0" method="" siteId="{404b1967-6507-45ab-8a6d-7374a3f478b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1480</TotalTime>
  <Words>1016</Words>
  <Application>Microsoft Office PowerPoint</Application>
  <PresentationFormat>ワイド画面</PresentationFormat>
  <Paragraphs>295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3</vt:i4>
      </vt:variant>
      <vt:variant>
        <vt:lpstr>スライド タイトル</vt:lpstr>
      </vt:variant>
      <vt:variant>
        <vt:i4>3</vt:i4>
      </vt:variant>
    </vt:vector>
  </HeadingPairs>
  <TitlesOfParts>
    <vt:vector size="15" baseType="lpstr">
      <vt:lpstr>BIZ UDPゴシック</vt:lpstr>
      <vt:lpstr>Meiryo UI</vt:lpstr>
      <vt:lpstr>游ゴシック</vt:lpstr>
      <vt:lpstr>Aptos Narrow</vt:lpstr>
      <vt:lpstr>Arial</vt:lpstr>
      <vt:lpstr>Calibri</vt:lpstr>
      <vt:lpstr>Courier New</vt:lpstr>
      <vt:lpstr>Symbol</vt:lpstr>
      <vt:lpstr>Wingdings</vt:lpstr>
      <vt:lpstr>Content Slide_White_with color logo</vt:lpstr>
      <vt:lpstr>1_Content Slide_Black</vt:lpstr>
      <vt:lpstr>Title Slide_Black Blue 1</vt:lpstr>
      <vt:lpstr>Schedule</vt:lpstr>
      <vt:lpstr>タイムテーブル – 22日@Bangalore </vt:lpstr>
      <vt:lpstr>タイムテーブル – 23日@Chennai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Arata Shirakawa</dc:creator>
  <cp:lastModifiedBy>Shinichi Ohta</cp:lastModifiedBy>
  <cp:revision>9</cp:revision>
  <dcterms:modified xsi:type="dcterms:W3CDTF">2026-01-21T00:35:32Z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0x010100ECD7931A421C4B42B75EB81AB90257FF</vt:lpwstr>
  </property>
</Properties>
</file>