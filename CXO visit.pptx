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0" r:id="rId5"/>
  </p:sldMasterIdLst>
  <p:notesMasterIdLst>
    <p:notesMasterId r:id="rId10"/>
  </p:notesMasterIdLst>
  <p:handoutMasterIdLst>
    <p:handoutMasterId r:id="rId11"/>
  </p:handoutMasterIdLst>
  <p:sldIdLst>
    <p:sldId id="256" r:id="rId6"/>
    <p:sldId id="257" r:id="rId7"/>
    <p:sldId id="259" r:id="rId8"/>
    <p:sldId id="261" r:id="rId9"/>
  </p:sldIdLst>
  <p:sldSz cx="6858000" cy="9906000" type="A4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B1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711A45-85E5-FE56-5F86-763CF6B18DDF}" v="8" dt="2023-05-24T07:13:42.910"/>
    <p1510:client id="{534F0D03-9BA6-B1CB-6856-FBD9323CD6B9}" v="1719" dt="2023-05-25T06:28:43.014"/>
    <p1510:client id="{5A88C8B7-0950-6855-E148-B37D79952474}" v="882" dt="2023-06-19T20:01:04.647"/>
    <p1510:client id="{7C709EAB-A8FC-17C9-BCB5-C99EAE3416EA}" v="599" dt="2023-05-26T07:26:51.642"/>
    <p1510:client id="{95C61CD2-8404-4AD2-9D2F-4276BE3733CB}" v="3" dt="2023-05-24T09:23:55.292"/>
    <p1510:client id="{AB27A730-F625-E0BD-0FC4-480BA35088B5}" v="1806" dt="2023-06-19T18:45:31.716"/>
    <p1510:client id="{BA078C46-B462-58CA-EF43-79D0A9ACD04B}" v="315" dt="2023-05-29T05:30:08.269"/>
    <p1510:client id="{C7223240-C061-4036-9FA8-947F26CCC3D0}" v="403" dt="2023-05-24T05:58:38.444"/>
    <p1510:client id="{D0B67227-8498-8886-F379-E169FDCB9EED}" v="1110" dt="2023-05-23T11:27:18.57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 txBox="1">
            <a:spLocks noGrp="1"/>
          </p:cNvSpPr>
          <p:nvPr>
            <p:ph type="hdr" sz="quarter"/>
          </p:nvPr>
        </p:nvSpPr>
        <p:spPr>
          <a:xfrm>
            <a:off x="1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quarter" idx="1"/>
          </p:nvPr>
        </p:nvSpPr>
        <p:spPr>
          <a:xfrm>
            <a:off x="3967904" y="0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t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2"/>
          </p:nvPr>
        </p:nvSpPr>
        <p:spPr>
          <a:xfrm>
            <a:off x="1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3"/>
          </p:nvPr>
        </p:nvSpPr>
        <p:spPr>
          <a:xfrm>
            <a:off x="3967904" y="8831583"/>
            <a:ext cx="3042165" cy="464484"/>
          </a:xfrm>
          <a:prstGeom prst="rect">
            <a:avLst/>
          </a:prstGeom>
          <a:noFill/>
          <a:ln>
            <a:noFill/>
          </a:ln>
        </p:spPr>
        <p:txBody>
          <a:bodyPr vert="horz" wrap="none" lIns="78641" tIns="39318" rIns="78641" bIns="39318" anchor="b" anchorCtr="0" compatLnSpc="0">
            <a:noAutofit/>
          </a:bodyPr>
          <a:lstStyle/>
          <a:p>
            <a:pPr algn="r" defTabSz="890320" hangingPunct="0"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380B4647-543A-42EE-B08C-A1295F26AD4B}" type="slidenum">
              <a:pPr algn="r" defTabSz="890320" hangingPunct="0">
                <a:defRPr sz="14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‹#›</a:t>
            </a:fld>
            <a:endParaRPr lang="en-US" sz="1300" kern="0">
              <a:solidFill>
                <a:srgbClr val="000000"/>
              </a:solidFill>
              <a:latin typeface="Arial" pitchFamily="18"/>
              <a:ea typeface="Microsoft YaHei" pitchFamily="2"/>
              <a:cs typeface="Mangal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728626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 idx="2"/>
          </p:nvPr>
        </p:nvSpPr>
        <p:spPr>
          <a:xfrm>
            <a:off x="2644775" y="776288"/>
            <a:ext cx="2654300" cy="383540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3" name="ノート プレースホルダー 2"/>
          <p:cNvSpPr txBox="1">
            <a:spLocks noGrp="1"/>
          </p:cNvSpPr>
          <p:nvPr>
            <p:ph type="body" sz="quarter" idx="3"/>
          </p:nvPr>
        </p:nvSpPr>
        <p:spPr>
          <a:xfrm>
            <a:off x="794512" y="4857182"/>
            <a:ext cx="6355729" cy="460135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4" name="ヘッダー プレースホルダー 3"/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idx="1"/>
          </p:nvPr>
        </p:nvSpPr>
        <p:spPr>
          <a:xfrm>
            <a:off x="4496958" y="0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4"/>
          </p:nvPr>
        </p:nvSpPr>
        <p:spPr>
          <a:xfrm>
            <a:off x="0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5"/>
          </p:nvPr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89032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F56D0BC-BB14-4994-982F-3C776F1A1AA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25322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uFillTx/>
        <a:latin typeface="Arial" pitchFamily="18"/>
        <a:ea typeface="Microsoft YaHe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/>
          <p:cNvSpPr txBox="1"/>
          <p:nvPr/>
        </p:nvSpPr>
        <p:spPr>
          <a:xfrm>
            <a:off x="0" y="1"/>
            <a:ext cx="361" cy="360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87633" tIns="43813" rIns="87633" bIns="43813" anchor="t" anchorCtr="0" compatLnSpc="1">
            <a:noAutofit/>
          </a:bodyPr>
          <a:lstStyle/>
          <a:p>
            <a:pPr defTabSz="89032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2F2CE5D-E268-4859-806B-862C4F2F9550}" type="slidenum">
              <a:pPr defTabSz="89032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700" kern="0">
              <a:solidFill>
                <a:srgbClr val="000000"/>
              </a:solidFill>
              <a:latin typeface="游ゴシック"/>
            </a:endParaRPr>
          </a:p>
        </p:txBody>
      </p:sp>
      <p:sp>
        <p:nvSpPr>
          <p:cNvPr id="3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DE1D93D-5EBD-4CA8-A9BF-20DC25B5D2B4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1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4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5" name="Notes Placeholder 2"/>
          <p:cNvSpPr txBox="1">
            <a:spLocks noGrp="1"/>
          </p:cNvSpPr>
          <p:nvPr>
            <p:ph type="body" sz="quarter" idx="1"/>
          </p:nvPr>
        </p:nvSpPr>
        <p:spPr>
          <a:xfrm>
            <a:off x="0" y="1"/>
            <a:ext cx="361" cy="360"/>
          </a:xfrm>
        </p:spPr>
        <p:txBody>
          <a:bodyPr lIns="87633" tIns="43813" rIns="87633" bIns="43813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67906E5-61F2-4E0C-90C5-935C974A0C7D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2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646363" y="776288"/>
            <a:ext cx="2652712" cy="383381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794512" y="4857182"/>
            <a:ext cx="6355729" cy="4601716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番号プレースホルダー 6"/>
          <p:cNvSpPr txBox="1"/>
          <p:nvPr/>
        </p:nvSpPr>
        <p:spPr>
          <a:xfrm>
            <a:off x="4496958" y="9714737"/>
            <a:ext cx="3447789" cy="510938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algn="r" defTabSz="890320" hangingPunct="0"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228B15-BD4C-4B1F-9B80-B45A3E5F39F0}" type="slidenum">
              <a:pPr algn="r" defTabSz="890320" hangingPunct="0"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</a:t>
            </a:fld>
            <a:endParaRPr lang="en-US" sz="1300" kern="0">
              <a:solidFill>
                <a:srgbClr val="000000"/>
              </a:solidFill>
              <a:latin typeface="Times New Roman" pitchFamily="18"/>
              <a:ea typeface="Arial Unicode MS" pitchFamily="2"/>
              <a:cs typeface="Tahoma" pitchFamily="2"/>
            </a:endParaRPr>
          </a:p>
        </p:txBody>
      </p:sp>
      <p:sp>
        <p:nvSpPr>
          <p:cNvPr id="3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2298700" y="706438"/>
            <a:ext cx="2411413" cy="3484562"/>
          </a:xfrm>
          <a:solidFill>
            <a:srgbClr val="5B9BD5"/>
          </a:solidFill>
          <a:ln w="25402">
            <a:solidFill>
              <a:srgbClr val="41719C"/>
            </a:solidFill>
            <a:prstDash val="solid"/>
          </a:ln>
        </p:spPr>
      </p:sp>
      <p:sp>
        <p:nvSpPr>
          <p:cNvPr id="4" name="ノート プレースホルダー 2"/>
          <p:cNvSpPr txBox="1">
            <a:spLocks noGrp="1"/>
          </p:cNvSpPr>
          <p:nvPr>
            <p:ph type="body" sz="quarter" idx="1"/>
          </p:nvPr>
        </p:nvSpPr>
        <p:spPr>
          <a:xfrm>
            <a:off x="701040" y="4415788"/>
            <a:ext cx="5607956" cy="4183377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="b"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buNone/>
              <a:defRPr lang="ja-JP"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B93CE35-E580-4471-8060-588EFCB256D8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5E26A43-ED0D-4D67-8DE0-C9D9309C96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9294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486C050-1828-4FE1-B1EB-98C154F5341B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73A517-7AA9-4C65-8AA2-06D120136AE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36348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 anchor="b"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buNone/>
              <a:defRPr lang="ja-JP"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215ED8-49C6-4D48-AF78-EAAC79559115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3C6F54-1720-437E-BABD-E0A6DCA10FF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1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471492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636836"/>
            <a:ext cx="2881310" cy="6284908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28D367-B648-4C0D-A0F4-22E7766A15BA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39D829-8C3B-4E66-9BA4-6DCC29811FF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387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buNone/>
              <a:defRPr lang="ja-JP"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F9180B1-3B4E-45A1-AD3F-603F9154C124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3E6DEB6-5233-4E66-8E21-73661F885A2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38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D71C2C-DEB3-4413-A335-EAA165BCCB21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CFB29A1-FB1F-4B4B-B70F-EED9286406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9309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6A3C720-797E-4E99-ADEF-CCBFED33C2B1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8149132-DAC9-4BB7-885E-044EB7727B9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13913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ja-JP" sz="3200"/>
            </a:lvl1pPr>
            <a:lvl2pPr>
              <a:defRPr lang="ja-JP" sz="2800"/>
            </a:lvl2pPr>
            <a:lvl3pPr>
              <a:defRPr lang="ja-JP" sz="2400"/>
            </a:lvl3pPr>
            <a:lvl4pPr>
              <a:defRPr lang="ja-JP" sz="2000"/>
            </a:lvl4pPr>
            <a:lvl5pPr>
              <a:defRPr lang="ja-JP"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F99031-8CC0-40B5-A795-DE44F9FD5177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EE360D4-8126-4328-B4AE-D159ABB85E3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4006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 anchor="b"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buNone/>
              <a:defRPr lang="ja-JP"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85CC29F-9D76-48EA-A0AE-043E10CC356F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B7E96A6-78AB-44B1-A2AE-808D512EFBF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85181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45F3B601-BD02-4462-9BFF-97B30CC945CD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34C8D40-B6B9-4ED1-A98B-2D1E16D927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20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08554" y="527051"/>
            <a:ext cx="1477963" cy="8394704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471492" y="527051"/>
            <a:ext cx="4284658" cy="8394704"/>
          </a:xfrm>
        </p:spPr>
        <p:txBody>
          <a:bodyPr vert="eaVert"/>
          <a:lstStyle>
            <a:lvl1pPr>
              <a:defRPr lang="ja-JP"/>
            </a:lvl1pPr>
            <a:lvl2pPr>
              <a:defRPr lang="ja-JP"/>
            </a:lvl2pPr>
            <a:lvl3pPr>
              <a:defRPr lang="ja-JP"/>
            </a:lvl3pPr>
            <a:lvl4pPr>
              <a:defRPr lang="ja-JP"/>
            </a:lvl4pPr>
            <a:lvl5pPr>
              <a:defRPr lang="ja-JP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F7F786E-C4F4-461E-B3FA-BA3DE8935D30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F89EF69-ED22-447E-AE2B-257A0FC6335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95428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ctrTitle"/>
          </p:nvPr>
        </p:nvSpPr>
        <p:spPr>
          <a:xfrm>
            <a:off x="857250" y="1620838"/>
            <a:ext cx="5143499" cy="3449638"/>
          </a:xfrm>
        </p:spPr>
        <p:txBody>
          <a:bodyPr anchorCtr="1"/>
          <a:lstStyle>
            <a:lvl1pPr algn="ctr"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サブタイトル 2"/>
          <p:cNvSpPr txBox="1">
            <a:spLocks noGrp="1"/>
          </p:cNvSpPr>
          <p:nvPr>
            <p:ph type="subTitle" idx="1"/>
          </p:nvPr>
        </p:nvSpPr>
        <p:spPr>
          <a:xfrm>
            <a:off x="857250" y="5202241"/>
            <a:ext cx="5143499" cy="2392363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ja-JP"/>
              <a:t>マスター サブタイトルの書式設定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E72D95B-4AE1-4ADE-8E5D-768E1B385CEA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5678BC4-61A4-463A-B1FA-25293BEDEE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07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609B246-E284-407D-8125-86482BAECA3B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E61B13-C1A2-4497-99A1-ACF04C3691E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9733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68309" y="2470151"/>
            <a:ext cx="5915025" cy="4119564"/>
          </a:xfrm>
        </p:spPr>
        <p:txBody>
          <a:bodyPr/>
          <a:lstStyle>
            <a:lvl1pPr>
              <a:defRPr lang="ja-JP" sz="60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68309" y="6629400"/>
            <a:ext cx="5915025" cy="2166935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A86736E-D4B3-42F0-8A42-395EA671F3A9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CE23BD3-DFC8-4F78-B636-3F398C90CB5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2870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342900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3505196" y="2317747"/>
            <a:ext cx="3009903" cy="6537329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7DFD2FC-78D7-4126-A283-74017D7EB3E3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603EF18-2597-483E-8722-A4EC70081DE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5788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527051"/>
            <a:ext cx="5915025" cy="1914525"/>
          </a:xfrm>
        </p:spPr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テキスト プレースホルダー 2"/>
          <p:cNvSpPr txBox="1">
            <a:spLocks noGrp="1"/>
          </p:cNvSpPr>
          <p:nvPr>
            <p:ph type="body" idx="1"/>
          </p:nvPr>
        </p:nvSpPr>
        <p:spPr>
          <a:xfrm>
            <a:off x="473073" y="2428874"/>
            <a:ext cx="2900367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4" name="コンテンツ プレースホルダー 3"/>
          <p:cNvSpPr txBox="1">
            <a:spLocks noGrp="1"/>
          </p:cNvSpPr>
          <p:nvPr>
            <p:ph idx="2"/>
          </p:nvPr>
        </p:nvSpPr>
        <p:spPr>
          <a:xfrm>
            <a:off x="473073" y="3617915"/>
            <a:ext cx="2900367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5" name="テキスト プレースホルダー 4"/>
          <p:cNvSpPr txBox="1">
            <a:spLocks noGrp="1"/>
          </p:cNvSpPr>
          <p:nvPr>
            <p:ph type="body" idx="3"/>
          </p:nvPr>
        </p:nvSpPr>
        <p:spPr>
          <a:xfrm>
            <a:off x="3471867" y="2428874"/>
            <a:ext cx="2916241" cy="1189040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6" name="コンテンツ プレースホルダー 5"/>
          <p:cNvSpPr txBox="1">
            <a:spLocks noGrp="1"/>
          </p:cNvSpPr>
          <p:nvPr>
            <p:ph idx="4"/>
          </p:nvPr>
        </p:nvSpPr>
        <p:spPr>
          <a:xfrm>
            <a:off x="3471867" y="3617915"/>
            <a:ext cx="2916241" cy="532288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7" name="日付プレースホルダー 6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8B985A-88FA-455C-AFC4-54F2B7F1E16F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8" name="フッター プレースホルダー 7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スライド番号プレースホルダー 8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D5B68B-7709-4382-830B-47039C85FB3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9515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日付プレースホルダー 2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BBA3CB-54FC-4ABE-AC03-EB89974706CB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4" name="フッター プレースホルダー 3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スライド番号プレースホルダー 4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F15C7CD-A190-4F61-9D8F-D825220D128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13864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FB9E615-CE7C-4DAE-9E81-48E1AF900072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3" name="フッター プレースホルダー 2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スライド番号プレースホルダー 3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161D567-45FA-4FB1-8AEE-63444C9BF46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641339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コンテンツ プレースホルダー 2"/>
          <p:cNvSpPr txBox="1">
            <a:spLocks noGrp="1"/>
          </p:cNvSpPr>
          <p:nvPr>
            <p:ph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0C28203-7BE1-4470-8F20-48182C366EE4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B91EEEC-141E-4CAD-A4C2-C6D0995B006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11971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>
          <a:xfrm>
            <a:off x="473073" y="660397"/>
            <a:ext cx="2211384" cy="2311402"/>
          </a:xfrm>
        </p:spPr>
        <p:txBody>
          <a:bodyPr/>
          <a:lstStyle>
            <a:lvl1pPr>
              <a:defRPr lang="ja-JP" sz="3200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図プレースホルダー 2"/>
          <p:cNvSpPr txBox="1">
            <a:spLocks noGrp="1"/>
          </p:cNvSpPr>
          <p:nvPr>
            <p:ph type="pic" idx="1"/>
          </p:nvPr>
        </p:nvSpPr>
        <p:spPr>
          <a:xfrm>
            <a:off x="2916241" y="1425577"/>
            <a:ext cx="3471857" cy="7040559"/>
          </a:xfrm>
        </p:spPr>
        <p:txBody>
          <a:bodyPr/>
          <a:lstStyle>
            <a:lvl1pPr>
              <a:defRPr lang="en-US" sz="3200"/>
            </a:lvl1pPr>
          </a:lstStyle>
          <a:p>
            <a:pPr lvl="0"/>
            <a:endParaRPr lang="en-US"/>
          </a:p>
        </p:txBody>
      </p:sp>
      <p:sp>
        <p:nvSpPr>
          <p:cNvPr id="4" name="テキスト プレースホルダー 3"/>
          <p:cNvSpPr txBox="1">
            <a:spLocks noGrp="1"/>
          </p:cNvSpPr>
          <p:nvPr>
            <p:ph type="body" idx="2"/>
          </p:nvPr>
        </p:nvSpPr>
        <p:spPr>
          <a:xfrm>
            <a:off x="473073" y="2971800"/>
            <a:ext cx="2211384" cy="550544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ja-JP"/>
              <a:t>マスター テキストの書式設定</a:t>
            </a:r>
          </a:p>
        </p:txBody>
      </p:sp>
      <p:sp>
        <p:nvSpPr>
          <p:cNvPr id="5" name="日付プレースホルダー 4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35CD7BA-6E2F-4BBB-9478-9971AE9BD33B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6" name="フッター プレースホルダー 5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スライド番号プレースホルダー 6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0C82623-33FB-49C0-95F0-0B1260D44C5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0685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31C9433-3207-4051-827F-E7575F1D6E7C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6CC3B12-A59A-4844-B225-44A162334B1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900812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 txBox="1">
            <a:spLocks noGrp="1"/>
          </p:cNvSpPr>
          <p:nvPr>
            <p:ph type="title" orient="vert"/>
          </p:nvPr>
        </p:nvSpPr>
        <p:spPr>
          <a:xfrm>
            <a:off x="4972050" y="1620838"/>
            <a:ext cx="1543050" cy="7234239"/>
          </a:xfrm>
        </p:spPr>
        <p:txBody>
          <a:bodyPr vert="eaVert"/>
          <a:lstStyle>
            <a:lvl1pPr>
              <a:defRPr lang="ja-JP"/>
            </a:lvl1pPr>
          </a:lstStyle>
          <a:p>
            <a:pPr lvl="0"/>
            <a:r>
              <a:rPr lang="ja-JP"/>
              <a:t>マスター タイトルの書式設定</a:t>
            </a:r>
            <a:endParaRPr lang="en-US"/>
          </a:p>
        </p:txBody>
      </p:sp>
      <p:sp>
        <p:nvSpPr>
          <p:cNvPr id="3" name="縦書きテキスト プレースホルダー 2"/>
          <p:cNvSpPr txBox="1">
            <a:spLocks noGrp="1"/>
          </p:cNvSpPr>
          <p:nvPr>
            <p:ph type="body" orient="vert" idx="1"/>
          </p:nvPr>
        </p:nvSpPr>
        <p:spPr>
          <a:xfrm>
            <a:off x="342900" y="1620838"/>
            <a:ext cx="4476746" cy="7234239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  <p:sp>
        <p:nvSpPr>
          <p:cNvPr id="4" name="日付プレースホルダー 3"/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A381130-9D10-4CB3-BA2E-518E714FC769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フッター プレースホルダー 4"/>
          <p:cNvSpPr txBox="1">
            <a:spLocks noGrp="1"/>
          </p:cNvSpPr>
          <p:nvPr>
            <p:ph type="ftr" sz="quarter" idx="9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スライド番号プレースホルダー 5"/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177BE2D-1A5D-479F-8274-A04F8719C0CD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899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471601" y="527398"/>
            <a:ext cx="5914796" cy="1914479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Content Placeholder 2"/>
          <p:cNvSpPr txBox="1">
            <a:spLocks noGrp="1"/>
          </p:cNvSpPr>
          <p:nvPr>
            <p:ph type="body" idx="1"/>
          </p:nvPr>
        </p:nvSpPr>
        <p:spPr>
          <a:xfrm>
            <a:off x="471601" y="2637001"/>
            <a:ext cx="5914796" cy="628488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/>
          <a:p>
            <a:pPr lvl="0"/>
            <a:r>
              <a:rPr lang="en-US"/>
              <a:t>Click to edit the outline text format</a:t>
            </a:r>
          </a:p>
          <a:p>
            <a:pPr lvl="1"/>
            <a:r>
              <a:rPr lang="en-US"/>
              <a:t>Second Outline Level</a:t>
            </a:r>
          </a:p>
          <a:p>
            <a:pPr lvl="2"/>
            <a:r>
              <a:rPr lang="en-US"/>
              <a:t>Third Outline Level</a:t>
            </a:r>
          </a:p>
          <a:p>
            <a:pPr lvl="3"/>
            <a:r>
              <a:rPr lang="en-US"/>
              <a:t>Fourth Outline Level</a:t>
            </a:r>
          </a:p>
          <a:p>
            <a:pPr lvl="4"/>
            <a:r>
              <a:rPr lang="en-US"/>
              <a:t>Fifth Outline Level</a:t>
            </a:r>
          </a:p>
          <a:p>
            <a:pPr lvl="5"/>
            <a:r>
              <a:rPr lang="en-US"/>
              <a:t>Sixth Outline Level</a:t>
            </a:r>
          </a:p>
          <a:p>
            <a:pPr lvl="6"/>
            <a:r>
              <a:rPr lang="en-US"/>
              <a:t>Seventh Outline Level</a:t>
            </a:r>
          </a:p>
          <a:p>
            <a:pPr lvl="7"/>
            <a:r>
              <a:rPr lang="en-US"/>
              <a:t>Eighth Outline Level</a:t>
            </a:r>
          </a:p>
          <a:p>
            <a:pPr lvl="0"/>
            <a:r>
              <a:rPr lang="en-US"/>
              <a:t>Ninth Outline LevelEdit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28AF8303-8864-4208-9784-8C1668B9E5CD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Footer Placeholder 4"/>
          <p:cNvSpPr txBox="1">
            <a:spLocks noGrp="1"/>
          </p:cNvSpPr>
          <p:nvPr>
            <p:ph type="ftr" sz="quarter" idx="3"/>
          </p:nvPr>
        </p:nvSpPr>
        <p:spPr>
          <a:xfrm>
            <a:off x="2271598" y="9181435"/>
            <a:ext cx="231408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2400" b="0" i="0" u="none" strike="noStrike" kern="1200" cap="none" spc="0" baseline="0">
                <a:solidFill>
                  <a:srgbClr val="000000"/>
                </a:solidFill>
                <a:uFillTx/>
                <a:latin typeface="Times New Roman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D23C39C2-909B-4B9F-8471-6D025BD3D5EA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33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1pPr>
      <a:lvl2pPr marL="0" marR="0" lvl="1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2pPr>
      <a:lvl3pPr marL="0" marR="0" lvl="2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3pPr>
      <a:lvl4pPr marL="0" marR="0" lvl="3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75000"/>
        <a:buFont typeface="StarSymbol"/>
        <a:buChar char="–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4pPr>
      <a:lvl5pPr marL="0" marR="0" lvl="4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5pPr>
      <a:lvl6pPr marL="0" marR="0" lvl="5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6pPr>
      <a:lvl7pPr marL="0" marR="0" lvl="6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7pPr>
      <a:lvl8pPr marL="0" marR="0" lvl="7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8pPr>
      <a:lvl9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SzPct val="45000"/>
        <a:buFont typeface="StarSymbol"/>
        <a:buChar char="●"/>
        <a:tabLst/>
        <a:defRPr lang="en-US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  <a:cs typeface="Mangal" pitchFamily="2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>
            <a:spLocks noGrp="1"/>
          </p:cNvSpPr>
          <p:nvPr>
            <p:ph type="title"/>
          </p:nvPr>
        </p:nvSpPr>
        <p:spPr>
          <a:xfrm>
            <a:off x="514441" y="1621075"/>
            <a:ext cx="5829117" cy="34484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1">
            <a:noAutofit/>
          </a:bodyPr>
          <a:lstStyle/>
          <a:p>
            <a:pPr lvl="0"/>
            <a:r>
              <a:rPr lang="en-US"/>
              <a:t>Click to edit the title text formatClick to edit Master title style</a:t>
            </a:r>
          </a:p>
        </p:txBody>
      </p:sp>
      <p:sp>
        <p:nvSpPr>
          <p:cNvPr id="3" name="Date Placeholder 3"/>
          <p:cNvSpPr txBox="1">
            <a:spLocks noGrp="1"/>
          </p:cNvSpPr>
          <p:nvPr>
            <p:ph type="dt" sz="half" idx="2"/>
          </p:nvPr>
        </p:nvSpPr>
        <p:spPr>
          <a:xfrm>
            <a:off x="471601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8FEAD0AE-81C8-4713-B32C-14C71D43FCE4}" type="datetime1">
              <a:rPr lang="en-US"/>
              <a:pPr lvl="0"/>
              <a:t>6/19/2023</a:t>
            </a:fld>
            <a:endParaRPr lang="en-US"/>
          </a:p>
        </p:txBody>
      </p:sp>
      <p:sp>
        <p:nvSpPr>
          <p:cNvPr id="5" name="Slide Number Placeholder 5"/>
          <p:cNvSpPr txBox="1">
            <a:spLocks noGrp="1"/>
          </p:cNvSpPr>
          <p:nvPr>
            <p:ph type="sldNum" sz="quarter" idx="4"/>
          </p:nvPr>
        </p:nvSpPr>
        <p:spPr>
          <a:xfrm>
            <a:off x="4843439" y="9181435"/>
            <a:ext cx="1542601" cy="5270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350" b="0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Arial Unicode MS" pitchFamily="2"/>
                <a:cs typeface="Tahoma" pitchFamily="2"/>
              </a:defRPr>
            </a:lvl1pPr>
          </a:lstStyle>
          <a:p>
            <a:pPr lvl="0"/>
            <a:fld id="{C415F3F5-8773-46C8-BB8A-B5CE82D7D809}" type="slidenum">
              <a:t>‹#›</a:t>
            </a:fld>
            <a:endParaRPr lang="en-US"/>
          </a:p>
        </p:txBody>
      </p:sp>
      <p:grpSp>
        <p:nvGrpSpPr>
          <p:cNvPr id="6" name="Group 19"/>
          <p:cNvGrpSpPr/>
          <p:nvPr userDrawn="1"/>
        </p:nvGrpSpPr>
        <p:grpSpPr>
          <a:xfrm>
            <a:off x="-306291" y="8426515"/>
            <a:ext cx="7164291" cy="2036880"/>
            <a:chOff x="597597" y="8333997"/>
            <a:chExt cx="7164291" cy="2036880"/>
          </a:xfrm>
        </p:grpSpPr>
        <p:grpSp>
          <p:nvGrpSpPr>
            <p:cNvPr id="8" name="Group 24"/>
            <p:cNvGrpSpPr/>
            <p:nvPr/>
          </p:nvGrpSpPr>
          <p:grpSpPr>
            <a:xfrm>
              <a:off x="1375489" y="8587103"/>
              <a:ext cx="5172961" cy="1209397"/>
              <a:chOff x="1375489" y="8587103"/>
              <a:chExt cx="5172961" cy="1209397"/>
            </a:xfrm>
          </p:grpSpPr>
          <p:pic>
            <p:nvPicPr>
              <p:cNvPr id="9" name="Picture 26"/>
              <p:cNvPicPr>
                <a:picLocks noChangeAspect="1"/>
              </p:cNvPicPr>
              <p:nvPr/>
            </p:nvPicPr>
            <p:blipFill>
              <a:blip r:embed="rId13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88642" y="8587104"/>
                <a:ext cx="2693524" cy="735122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0" name="Picture 27"/>
              <p:cNvPicPr>
                <a:picLocks noChangeAspect="1"/>
              </p:cNvPicPr>
              <p:nvPr/>
            </p:nvPicPr>
            <p:blipFill>
              <a:blip r:embed="rId14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9273432"/>
                <a:ext cx="2476798" cy="504721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2" name="Picture 29"/>
              <p:cNvPicPr>
                <a:picLocks noChangeAspect="1"/>
              </p:cNvPicPr>
              <p:nvPr/>
            </p:nvPicPr>
            <p:blipFill>
              <a:blip r:embed="rId15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4071652" y="8587103"/>
                <a:ext cx="2476798" cy="678999"/>
              </a:xfrm>
              <a:prstGeom prst="rect">
                <a:avLst/>
              </a:prstGeom>
              <a:noFill/>
              <a:ln cap="flat">
                <a:noFill/>
              </a:ln>
            </p:spPr>
          </p:pic>
          <p:pic>
            <p:nvPicPr>
              <p:cNvPr id="13" name="Picture 30"/>
              <p:cNvPicPr>
                <a:picLocks noChangeAspect="1"/>
              </p:cNvPicPr>
              <p:nvPr userDrawn="1"/>
            </p:nvPicPr>
            <p:blipFill>
              <a:blip r:embed="rId16">
                <a:lum/>
                <a:alphaModFix/>
              </a:blip>
              <a:srcRect/>
              <a:stretch>
                <a:fillRect/>
              </a:stretch>
            </p:blipFill>
            <p:spPr>
              <a:xfrm>
                <a:off x="1375489" y="9285662"/>
                <a:ext cx="2706677" cy="510838"/>
              </a:xfrm>
              <a:prstGeom prst="rect">
                <a:avLst/>
              </a:prstGeom>
              <a:noFill/>
              <a:ln cap="flat">
                <a:noFill/>
              </a:ln>
            </p:spPr>
          </p:pic>
        </p:grpSp>
        <p:sp>
          <p:nvSpPr>
            <p:cNvPr id="17" name="Isosceles Triangle 22"/>
            <p:cNvSpPr/>
            <p:nvPr/>
          </p:nvSpPr>
          <p:spPr>
            <a:xfrm rot="5400013">
              <a:off x="357" y="8931237"/>
              <a:ext cx="2036880" cy="842400"/>
            </a:xfrm>
            <a:custGeom>
              <a:avLst>
                <a:gd name="f0" fmla="val 10800"/>
              </a:avLst>
              <a:gdLst>
                <a:gd name="f1" fmla="val 10800000"/>
                <a:gd name="f2" fmla="val 5400000"/>
                <a:gd name="f3" fmla="val 180"/>
                <a:gd name="f4" fmla="val w"/>
                <a:gd name="f5" fmla="val h"/>
                <a:gd name="f6" fmla="val 0"/>
                <a:gd name="f7" fmla="val 21600"/>
                <a:gd name="f8" fmla="val -2147483647"/>
                <a:gd name="f9" fmla="val 2147483647"/>
                <a:gd name="f10" fmla="+- 0 0 0"/>
                <a:gd name="f11" fmla="*/ f4 1 21600"/>
                <a:gd name="f12" fmla="*/ f5 1 21600"/>
                <a:gd name="f13" fmla="+- f7 0 f6"/>
                <a:gd name="f14" fmla="pin 0 f0 21600"/>
                <a:gd name="f15" fmla="*/ f10 f1 1"/>
                <a:gd name="f16" fmla="val f14"/>
                <a:gd name="f17" fmla="*/ f13 1 21600"/>
                <a:gd name="f18" fmla="*/ f14 f11 1"/>
                <a:gd name="f19" fmla="*/ f15 1 f3"/>
                <a:gd name="f20" fmla="*/ f16 1 2"/>
                <a:gd name="f21" fmla="+- 21600 0 f16"/>
                <a:gd name="f22" fmla="*/ 18000 f17 1"/>
                <a:gd name="f23" fmla="*/ 10800 f17 1"/>
                <a:gd name="f24" fmla="*/ 0 f17 1"/>
                <a:gd name="f25" fmla="*/ 21600 f17 1"/>
                <a:gd name="f26" fmla="*/ f16 f11 1"/>
                <a:gd name="f27" fmla="+- f19 0 f2"/>
                <a:gd name="f28" fmla="+- f20 10800 0"/>
                <a:gd name="f29" fmla="*/ f21 1 2"/>
                <a:gd name="f30" fmla="*/ f24 1 f17"/>
                <a:gd name="f31" fmla="*/ f23 1 f17"/>
                <a:gd name="f32" fmla="*/ f25 1 f17"/>
                <a:gd name="f33" fmla="*/ f22 1 f17"/>
                <a:gd name="f34" fmla="*/ f20 f11 1"/>
                <a:gd name="f35" fmla="+- 21600 0 f29"/>
                <a:gd name="f36" fmla="*/ f30 f12 1"/>
                <a:gd name="f37" fmla="*/ f28 f11 1"/>
                <a:gd name="f38" fmla="*/ f33 f12 1"/>
                <a:gd name="f39" fmla="*/ f31 f12 1"/>
                <a:gd name="f40" fmla="*/ f30 f11 1"/>
                <a:gd name="f41" fmla="*/ f32 f12 1"/>
                <a:gd name="f42" fmla="*/ f31 f11 1"/>
                <a:gd name="f43" fmla="*/ f32 f11 1"/>
                <a:gd name="f44" fmla="*/ f35 f11 1"/>
              </a:gdLst>
              <a:ahLst>
                <a:ahXY gdRefX="f0" minX="f6" maxX="f7">
                  <a:pos x="f18" y="f36"/>
                </a:ahXY>
              </a:ahLst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7">
                  <a:pos x="f26" y="f36"/>
                </a:cxn>
                <a:cxn ang="f27">
                  <a:pos x="f34" y="f39"/>
                </a:cxn>
                <a:cxn ang="f27">
                  <a:pos x="f40" y="f41"/>
                </a:cxn>
                <a:cxn ang="f27">
                  <a:pos x="f42" y="f41"/>
                </a:cxn>
                <a:cxn ang="f27">
                  <a:pos x="f43" y="f41"/>
                </a:cxn>
                <a:cxn ang="f27">
                  <a:pos x="f44" y="f39"/>
                </a:cxn>
              </a:cxnLst>
              <a:rect l="f34" t="f39" r="f37" b="f38"/>
              <a:pathLst>
                <a:path w="21600" h="21600">
                  <a:moveTo>
                    <a:pt x="f16" y="f6"/>
                  </a:moveTo>
                  <a:lnTo>
                    <a:pt x="f7" y="f7"/>
                  </a:lnTo>
                  <a:lnTo>
                    <a:pt x="f6" y="f7"/>
                  </a:lnTo>
                  <a:close/>
                </a:path>
              </a:pathLst>
            </a:custGeom>
            <a:solidFill>
              <a:srgbClr val="126192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  <p:sp>
          <p:nvSpPr>
            <p:cNvPr id="18" name="Right Triangle 23"/>
            <p:cNvSpPr/>
            <p:nvPr userDrawn="1"/>
          </p:nvSpPr>
          <p:spPr>
            <a:xfrm flipH="1">
              <a:off x="6713816" y="9117501"/>
              <a:ext cx="1048072" cy="678999"/>
            </a:xfrm>
            <a:custGeom>
              <a:avLst/>
              <a:gdLst>
                <a:gd name="f0" fmla="val 10800000"/>
                <a:gd name="f1" fmla="val 5400000"/>
                <a:gd name="f2" fmla="val 180"/>
                <a:gd name="f3" fmla="val w"/>
                <a:gd name="f4" fmla="val h"/>
                <a:gd name="f5" fmla="val 0"/>
                <a:gd name="f6" fmla="val 21600"/>
                <a:gd name="f7" fmla="+- 0 0 0"/>
                <a:gd name="f8" fmla="*/ f3 1 21600"/>
                <a:gd name="f9" fmla="*/ f4 1 21600"/>
                <a:gd name="f10" fmla="+- f6 0 f5"/>
                <a:gd name="f11" fmla="*/ f7 f0 1"/>
                <a:gd name="f12" fmla="*/ f10 1 21600"/>
                <a:gd name="f13" fmla="*/ f11 1 f2"/>
                <a:gd name="f14" fmla="*/ 1900 f12 1"/>
                <a:gd name="f15" fmla="*/ 12700 f12 1"/>
                <a:gd name="f16" fmla="*/ 19700 f12 1"/>
                <a:gd name="f17" fmla="*/ 0 f12 1"/>
                <a:gd name="f18" fmla="*/ 10800 f12 1"/>
                <a:gd name="f19" fmla="*/ 21600 f12 1"/>
                <a:gd name="f20" fmla="+- f13 0 f1"/>
                <a:gd name="f21" fmla="*/ f17 1 f12"/>
                <a:gd name="f22" fmla="*/ f18 1 f12"/>
                <a:gd name="f23" fmla="*/ f19 1 f12"/>
                <a:gd name="f24" fmla="*/ f14 1 f12"/>
                <a:gd name="f25" fmla="*/ f15 1 f12"/>
                <a:gd name="f26" fmla="*/ f16 1 f12"/>
                <a:gd name="f27" fmla="*/ f24 f8 1"/>
                <a:gd name="f28" fmla="*/ f25 f8 1"/>
                <a:gd name="f29" fmla="*/ f26 f9 1"/>
                <a:gd name="f30" fmla="*/ f25 f9 1"/>
                <a:gd name="f31" fmla="*/ f21 f8 1"/>
                <a:gd name="f32" fmla="*/ f21 f9 1"/>
                <a:gd name="f33" fmla="*/ f22 f9 1"/>
                <a:gd name="f34" fmla="*/ f23 f9 1"/>
                <a:gd name="f35" fmla="*/ f22 f8 1"/>
                <a:gd name="f36" fmla="*/ f23 f8 1"/>
              </a:gdLst>
              <a:ahLst/>
              <a:cxnLst>
                <a:cxn ang="3cd4">
                  <a:pos x="hc" y="t"/>
                </a:cxn>
                <a:cxn ang="0">
                  <a:pos x="r" y="vc"/>
                </a:cxn>
                <a:cxn ang="cd4">
                  <a:pos x="hc" y="b"/>
                </a:cxn>
                <a:cxn ang="cd2">
                  <a:pos x="l" y="vc"/>
                </a:cxn>
                <a:cxn ang="f20">
                  <a:pos x="f31" y="f32"/>
                </a:cxn>
                <a:cxn ang="f20">
                  <a:pos x="f31" y="f33"/>
                </a:cxn>
                <a:cxn ang="f20">
                  <a:pos x="f31" y="f34"/>
                </a:cxn>
                <a:cxn ang="f20">
                  <a:pos x="f35" y="f34"/>
                </a:cxn>
                <a:cxn ang="f20">
                  <a:pos x="f36" y="f34"/>
                </a:cxn>
                <a:cxn ang="f20">
                  <a:pos x="f35" y="f33"/>
                </a:cxn>
              </a:cxnLst>
              <a:rect l="f27" t="f30" r="f28" b="f29"/>
              <a:pathLst>
                <a:path w="21600" h="21600">
                  <a:moveTo>
                    <a:pt x="f5" y="f5"/>
                  </a:moveTo>
                  <a:lnTo>
                    <a:pt x="f6" y="f6"/>
                  </a:lnTo>
                  <a:lnTo>
                    <a:pt x="f5" y="f6"/>
                  </a:lnTo>
                  <a:lnTo>
                    <a:pt x="f5" y="f5"/>
                  </a:lnTo>
                  <a:close/>
                </a:path>
              </a:pathLst>
            </a:custGeom>
            <a:solidFill>
              <a:srgbClr val="078E80"/>
            </a:solidFill>
            <a:ln cap="flat">
              <a:noFill/>
              <a:prstDash val="solid"/>
            </a:ln>
          </p:spPr>
          <p:txBody>
            <a:bodyPr vert="horz" wrap="square" lIns="90004" tIns="44997" rIns="90004" bIns="44997" anchor="ctr" anchorCtr="0" compatLnSpc="0">
              <a:noAutofit/>
            </a:bodyPr>
            <a:lstStyle/>
            <a:p>
              <a:pPr marL="0" marR="0" lvl="0" indent="0" algn="l" defTabSz="914400" rtl="0" fontAlgn="auto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endPara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Arial" pitchFamily="18"/>
                <a:ea typeface="Microsoft YaHei" pitchFamily="2"/>
                <a:cs typeface="Mangal" pitchFamily="2"/>
              </a:endParaRPr>
            </a:p>
          </p:txBody>
        </p:sp>
      </p:grpSp>
      <p:sp>
        <p:nvSpPr>
          <p:cNvPr id="19" name="テキスト プレースホルダー 18"/>
          <p:cNvSpPr txBox="1">
            <a:spLocks noGrp="1"/>
          </p:cNvSpPr>
          <p:nvPr>
            <p:ph type="body" idx="1"/>
          </p:nvPr>
        </p:nvSpPr>
        <p:spPr>
          <a:xfrm>
            <a:off x="342717" y="2317683"/>
            <a:ext cx="6171843" cy="653760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r>
              <a:rPr lang="ja-JP"/>
              <a:t>マスター テキストの書式設定</a:t>
            </a:r>
          </a:p>
          <a:p>
            <a:pPr lvl="1"/>
            <a:r>
              <a:rPr lang="ja-JP"/>
              <a:t>第</a:t>
            </a:r>
            <a:r>
              <a:rPr lang="en-US"/>
              <a:t> 2 </a:t>
            </a:r>
            <a:r>
              <a:rPr lang="ja-JP"/>
              <a:t>レベル</a:t>
            </a:r>
          </a:p>
          <a:p>
            <a:pPr lvl="2"/>
            <a:r>
              <a:rPr lang="ja-JP"/>
              <a:t>第</a:t>
            </a:r>
            <a:r>
              <a:rPr lang="en-US"/>
              <a:t> 3 </a:t>
            </a:r>
            <a:r>
              <a:rPr lang="ja-JP"/>
              <a:t>レベル</a:t>
            </a:r>
          </a:p>
          <a:p>
            <a:pPr lvl="3"/>
            <a:r>
              <a:rPr lang="ja-JP"/>
              <a:t>第</a:t>
            </a:r>
            <a:r>
              <a:rPr lang="en-US"/>
              <a:t> 4 </a:t>
            </a:r>
            <a:r>
              <a:rPr lang="ja-JP"/>
              <a:t>レベル</a:t>
            </a:r>
          </a:p>
          <a:p>
            <a:pPr lvl="4"/>
            <a:r>
              <a:rPr lang="ja-JP"/>
              <a:t>第</a:t>
            </a:r>
            <a:r>
              <a:rPr lang="en-US"/>
              <a:t> 5 </a:t>
            </a:r>
            <a:r>
              <a:rPr lang="ja-JP"/>
              <a:t>レベル</a:t>
            </a: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500" b="0" i="0" u="none" strike="noStrike" kern="1200" cap="none" spc="0" baseline="0">
          <a:solidFill>
            <a:srgbClr val="000000"/>
          </a:solidFill>
          <a:uFillTx/>
          <a:latin typeface="Calibri Light" pitchFamily="18"/>
          <a:ea typeface="Microsoft YaHei" pitchFamily="2"/>
          <a:cs typeface="Mangal" pitchFamily="2"/>
        </a:defRPr>
      </a:lvl1pPr>
    </p:titleStyle>
    <p:body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1415"/>
        </a:spcAft>
        <a:buNone/>
        <a:tabLst/>
        <a:defRPr lang="ja-JP" sz="2100" b="0" i="0" u="none" strike="noStrike" kern="1200" cap="none" spc="0" baseline="0">
          <a:solidFill>
            <a:srgbClr val="000000"/>
          </a:solidFill>
          <a:uFillTx/>
          <a:latin typeface="Calibri" pitchFamily="18"/>
          <a:ea typeface="Microsoft YaHei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4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20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ja-JP" sz="1800" b="0" i="0" u="none" strike="noStrike" kern="1200" cap="none" spc="0" baseline="0">
          <a:solidFill>
            <a:srgbClr val="000000"/>
          </a:solidFill>
          <a:uFillTx/>
          <a:latin typeface="游ゴシック"/>
          <a:ea typeface="游ゴシック" pitchFamily="5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wmf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10.wmf"/><Relationship Id="rId4" Type="http://schemas.openxmlformats.org/officeDocument/2006/relationships/image" Target="../media/image11.png"/><Relationship Id="rId9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0"/>
          <p:cNvPicPr>
            <a:picLocks noChangeAspect="1"/>
          </p:cNvPicPr>
          <p:nvPr/>
        </p:nvPicPr>
        <p:blipFill>
          <a:blip r:embed="rId3">
            <a:lum/>
            <a:alphaModFix/>
          </a:blip>
          <a:srcRect/>
          <a:stretch>
            <a:fillRect/>
          </a:stretch>
        </p:blipFill>
        <p:spPr>
          <a:xfrm>
            <a:off x="-18004" y="-118442"/>
            <a:ext cx="3352318" cy="2242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4" name="Picture 11"/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3215524" y="-152284"/>
            <a:ext cx="3624123" cy="2278803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12"/>
          <p:cNvPicPr>
            <a:picLocks noChangeAspect="1"/>
          </p:cNvPicPr>
          <p:nvPr/>
        </p:nvPicPr>
        <p:blipFill>
          <a:blip r:embed="rId5">
            <a:lum/>
            <a:alphaModFix/>
          </a:blip>
          <a:srcRect/>
          <a:stretch>
            <a:fillRect/>
          </a:stretch>
        </p:blipFill>
        <p:spPr>
          <a:xfrm>
            <a:off x="5343479" y="2003395"/>
            <a:ext cx="1496159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6" name="Picture 13"/>
          <p:cNvPicPr>
            <a:picLocks noChangeAspect="1"/>
          </p:cNvPicPr>
          <p:nvPr/>
        </p:nvPicPr>
        <p:blipFill>
          <a:blip r:embed="rId6">
            <a:lum/>
            <a:alphaModFix/>
          </a:blip>
          <a:srcRect/>
          <a:stretch>
            <a:fillRect/>
          </a:stretch>
        </p:blipFill>
        <p:spPr>
          <a:xfrm>
            <a:off x="1078" y="2013115"/>
            <a:ext cx="2556004" cy="1754276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8" name="Picture 15"/>
          <p:cNvPicPr>
            <a:picLocks noChangeAspect="1"/>
          </p:cNvPicPr>
          <p:nvPr/>
        </p:nvPicPr>
        <p:blipFill>
          <a:blip r:embed="rId7">
            <a:lum/>
            <a:alphaModFix/>
          </a:blip>
          <a:srcRect/>
          <a:stretch>
            <a:fillRect/>
          </a:stretch>
        </p:blipFill>
        <p:spPr>
          <a:xfrm>
            <a:off x="2572563" y="2003395"/>
            <a:ext cx="2757958" cy="1754276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11" name="Rectangle 35"/>
          <p:cNvSpPr/>
          <p:nvPr/>
        </p:nvSpPr>
        <p:spPr>
          <a:xfrm>
            <a:off x="452518" y="6248881"/>
            <a:ext cx="5076721" cy="155267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TCS</a:t>
            </a:r>
            <a:r>
              <a:rPr lang="zh-CN" sz="4800" b="1" i="0" u="none" strike="noStrike" kern="1200" cap="none" spc="0" baseline="0">
                <a:solidFill>
                  <a:srgbClr val="000000"/>
                </a:solidFill>
                <a:uFillTx/>
                <a:latin typeface="Calibri" pitchFamily="18"/>
                <a:ea typeface="Microsoft YaHei" pitchFamily="2"/>
                <a:cs typeface="Calibri Light" pitchFamily="34"/>
              </a:rPr>
              <a:t>へようこそ！ </a:t>
            </a:r>
            <a:r>
              <a:rPr lang="en-US" sz="4800" b="1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Welcome to TCS</a:t>
            </a:r>
          </a:p>
        </p:txBody>
      </p:sp>
      <p:pic>
        <p:nvPicPr>
          <p:cNvPr id="13" name="Picture 26">
            <a:extLst>
              <a:ext uri="{FF2B5EF4-FFF2-40B4-BE49-F238E27FC236}">
                <a16:creationId xmlns:a16="http://schemas.microsoft.com/office/drawing/2014/main" id="{1FD4C90D-DC34-48A2-87CF-5882399BEA0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lum/>
            <a:alphaModFix/>
          </a:blip>
          <a:srcRect l="48320" t="2841"/>
          <a:stretch/>
        </p:blipFill>
        <p:spPr>
          <a:xfrm>
            <a:off x="5645911" y="9267186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4" name="Right Triangle 25"/>
          <p:cNvSpPr/>
          <p:nvPr/>
        </p:nvSpPr>
        <p:spPr>
          <a:xfrm flipV="1">
            <a:off x="0" y="-7196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pic>
        <p:nvPicPr>
          <p:cNvPr id="5" name="Picture 26"/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6" name="Rectangle 18"/>
          <p:cNvSpPr/>
          <p:nvPr/>
        </p:nvSpPr>
        <p:spPr>
          <a:xfrm>
            <a:off x="247632" y="609474"/>
            <a:ext cx="3978362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Customer Executives</a:t>
            </a:r>
          </a:p>
        </p:txBody>
      </p:sp>
      <p:sp>
        <p:nvSpPr>
          <p:cNvPr id="7" name="Rectangle 21"/>
          <p:cNvSpPr/>
          <p:nvPr/>
        </p:nvSpPr>
        <p:spPr>
          <a:xfrm>
            <a:off x="326879" y="1186196"/>
            <a:ext cx="3879360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8" name="Rectangle 13"/>
          <p:cNvSpPr/>
          <p:nvPr/>
        </p:nvSpPr>
        <p:spPr>
          <a:xfrm>
            <a:off x="182880" y="1313636"/>
            <a:ext cx="6544978" cy="2064796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>
                <a:solidFill>
                  <a:srgbClr val="000000"/>
                </a:solidFill>
                <a:ea typeface="Microsoft YaHei"/>
                <a:cs typeface="Calibri"/>
              </a:rPr>
              <a:t>Mr</a:t>
            </a:r>
            <a:r>
              <a:rPr lang="en-US" sz="1400" b="1" kern="0">
                <a:solidFill>
                  <a:srgbClr val="000000"/>
                </a:solidFill>
                <a:ea typeface="Microsoft YaHei"/>
                <a:cs typeface="Calibri"/>
              </a:rPr>
              <a:t>. </a:t>
            </a:r>
            <a:r>
              <a:rPr lang="en-US" sz="1400" b="1" kern="0" err="1">
                <a:solidFill>
                  <a:srgbClr val="000000"/>
                </a:solidFill>
                <a:ea typeface="Microsoft YaHei"/>
                <a:cs typeface="Calibri"/>
              </a:rPr>
              <a:t>Tomoji</a:t>
            </a:r>
            <a:r>
              <a:rPr lang="en-US" sz="1400" b="1" kern="0">
                <a:solidFill>
                  <a:srgbClr val="000000"/>
                </a:solidFill>
                <a:ea typeface="Microsoft YaHei"/>
                <a:cs typeface="Calibri"/>
              </a:rPr>
              <a:t> </a:t>
            </a:r>
            <a:r>
              <a:rPr lang="en-US" sz="1400" b="1" kern="0" err="1">
                <a:solidFill>
                  <a:srgbClr val="000000"/>
                </a:solidFill>
                <a:ea typeface="Microsoft YaHei"/>
                <a:cs typeface="Calibri"/>
              </a:rPr>
              <a:t>Tarutani</a:t>
            </a:r>
            <a:r>
              <a:rPr lang="en-US" sz="1400" b="1" kern="0">
                <a:solidFill>
                  <a:srgbClr val="000000"/>
                </a:solidFill>
                <a:ea typeface="Microsoft YaHei"/>
                <a:cs typeface="Calibri"/>
              </a:rPr>
              <a:t> </a:t>
            </a:r>
            <a:r>
              <a:rPr lang="en-US" sz="1400" kern="0">
                <a:solidFill>
                  <a:srgbClr val="000000"/>
                </a:solidFill>
                <a:ea typeface="Microsoft YaHei"/>
                <a:cs typeface="Calibri"/>
              </a:rPr>
              <a:t>- Executive Officer, IT Digital Promotion Dept, Compressor Division Sales Planning Dept, Engineering Dept.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>
              <a:solidFill>
                <a:srgbClr val="000000"/>
              </a:solidFill>
              <a:ea typeface="Microsoft YaHei"/>
              <a:cs typeface="Calibri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>
                <a:solidFill>
                  <a:srgbClr val="000000"/>
                </a:solidFill>
                <a:ea typeface="Microsoft YaHei"/>
                <a:cs typeface="Calibri"/>
              </a:rPr>
              <a:t>Mr. </a:t>
            </a:r>
            <a:r>
              <a:rPr lang="en-US" sz="1400" b="1" kern="0">
                <a:solidFill>
                  <a:srgbClr val="000000"/>
                </a:solidFill>
                <a:ea typeface="Microsoft YaHei"/>
                <a:cs typeface="Calibri"/>
              </a:rPr>
              <a:t>Takenobu Watanabe </a:t>
            </a:r>
            <a:r>
              <a:rPr lang="en-US" sz="1400" kern="0">
                <a:solidFill>
                  <a:srgbClr val="000000"/>
                </a:solidFill>
                <a:ea typeface="Microsoft YaHei"/>
              </a:rPr>
              <a:t>- Office Manager, Assistant GM</a:t>
            </a:r>
            <a:r>
              <a:rPr lang="en-US" sz="1400" kern="0">
                <a:solidFill>
                  <a:srgbClr val="000000"/>
                </a:solidFill>
                <a:ea typeface="Microsoft YaHei"/>
                <a:cs typeface="Calibri"/>
              </a:rPr>
              <a:t>, Cyber Security Office, IT Digital Promotion Dept.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>
              <a:ea typeface="Microsoft YaHei" pitchFamily="2"/>
              <a:cs typeface="Calibri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>
                <a:solidFill>
                  <a:srgbClr val="000000"/>
                </a:solidFill>
                <a:ea typeface="Microsoft YaHei"/>
                <a:cs typeface="Calibri"/>
              </a:rPr>
              <a:t>Mr. </a:t>
            </a:r>
            <a:r>
              <a:rPr lang="en-US" sz="1400" b="1" kern="0">
                <a:solidFill>
                  <a:srgbClr val="000000"/>
                </a:solidFill>
                <a:ea typeface="Microsoft YaHei"/>
                <a:cs typeface="Calibri"/>
              </a:rPr>
              <a:t>Yohei Yamamoto </a:t>
            </a:r>
            <a:r>
              <a:rPr lang="en-US" sz="1400" kern="0">
                <a:solidFill>
                  <a:srgbClr val="000000"/>
                </a:solidFill>
                <a:ea typeface="Microsoft YaHei"/>
                <a:cs typeface="Calibri"/>
              </a:rPr>
              <a:t>- Office Manager, Assistant GM, Group IT Infrastructure Office, IT Digital Promotion Dept.</a:t>
            </a:r>
          </a:p>
          <a:p>
            <a:pPr>
              <a:buSzPct val="45000"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>
              <a:latin typeface="Calibri" pitchFamily="34"/>
              <a:ea typeface="Microsoft YaHei" pitchFamily="2"/>
              <a:cs typeface="Mangal" pitchFamily="2"/>
            </a:endParaRPr>
          </a:p>
        </p:txBody>
      </p:sp>
      <p:sp>
        <p:nvSpPr>
          <p:cNvPr id="9" name="Rectangle 14"/>
          <p:cNvSpPr/>
          <p:nvPr/>
        </p:nvSpPr>
        <p:spPr>
          <a:xfrm>
            <a:off x="323815" y="5093446"/>
            <a:ext cx="2052727" cy="654425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/>
                <a:ea typeface="Microsoft YaHei"/>
                <a:cs typeface="Calibri Light"/>
              </a:rPr>
              <a:t>TCS Team</a:t>
            </a:r>
          </a:p>
        </p:txBody>
      </p:sp>
      <p:sp>
        <p:nvSpPr>
          <p:cNvPr id="10" name="Rectangle 16"/>
          <p:cNvSpPr/>
          <p:nvPr/>
        </p:nvSpPr>
        <p:spPr>
          <a:xfrm>
            <a:off x="250279" y="5887487"/>
            <a:ext cx="6544978" cy="968983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</a:t>
            </a:r>
            <a:r>
              <a:rPr lang="en-US" sz="1400" b="1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Microsoft YaHei"/>
                <a:cs typeface="Mangal"/>
              </a:rPr>
              <a:t>Laxmikant </a:t>
            </a:r>
            <a:r>
              <a:rPr lang="en-US" sz="14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Shaligram </a:t>
            </a:r>
            <a:r>
              <a:rPr lang="en-US" sz="14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-</a:t>
            </a: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Microsoft YaHei"/>
                <a:cs typeface="Mangal"/>
              </a:rPr>
              <a:t> </a:t>
            </a:r>
            <a:r>
              <a:rPr lang="en-US" sz="14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Industry Leader, </a:t>
            </a:r>
            <a:r>
              <a: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Microsoft YaHei"/>
                <a:cs typeface="Mangal"/>
              </a:rPr>
              <a:t>JDC</a:t>
            </a:r>
            <a:endParaRPr lang="en-US" sz="1400">
              <a:latin typeface="Calibri"/>
              <a:ea typeface="Microsoft YaHei"/>
              <a:cs typeface="Mangal"/>
            </a:endParaRP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 kern="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Ms. Priya Vernekar</a:t>
            </a:r>
            <a:r>
              <a:rPr lang="en-US" sz="14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 - Interpreter, JDC </a:t>
            </a:r>
          </a:p>
          <a:p>
            <a:pPr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400" b="1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Mr. Avinash Muley</a:t>
            </a:r>
            <a:r>
              <a:rPr lang="en-US" sz="14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 – Presales &amp; Client visit Management, JDC</a:t>
            </a:r>
          </a:p>
          <a:p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>
              <a:solidFill>
                <a:srgbClr val="000000"/>
              </a:solidFill>
              <a:latin typeface="Calibri" pitchFamily="18"/>
              <a:ea typeface="Microsoft YaHei" pitchFamily="2"/>
              <a:cs typeface="Mangal" pitchFamily="2"/>
            </a:endParaRPr>
          </a:p>
        </p:txBody>
      </p:sp>
      <p:sp>
        <p:nvSpPr>
          <p:cNvPr id="11" name="Rectangle 21"/>
          <p:cNvSpPr/>
          <p:nvPr/>
        </p:nvSpPr>
        <p:spPr>
          <a:xfrm>
            <a:off x="297880" y="5691218"/>
            <a:ext cx="2031476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6" name="Rectangle 16">
            <a:extLst>
              <a:ext uri="{FF2B5EF4-FFF2-40B4-BE49-F238E27FC236}">
                <a16:creationId xmlns:a16="http://schemas.microsoft.com/office/drawing/2014/main" id="{85F04936-9BE1-2616-C2B6-988C57CCF8E4}"/>
              </a:ext>
            </a:extLst>
          </p:cNvPr>
          <p:cNvSpPr/>
          <p:nvPr/>
        </p:nvSpPr>
        <p:spPr>
          <a:xfrm>
            <a:off x="247632" y="3439721"/>
            <a:ext cx="6544978" cy="1407308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1440" tIns="45720" rIns="91440" bIns="45720" anchor="t" anchorCtr="0" compatLnSpc="0">
            <a:spAutoFit/>
          </a:bodyPr>
          <a:lstStyle/>
          <a:p>
            <a:pPr fontAlgn="t"/>
            <a:endParaRPr lang="en-US" sz="1400" kern="0">
              <a:solidFill>
                <a:srgbClr val="000000"/>
              </a:solidFill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26192"/>
              </a:buClr>
              <a:buSzPct val="45000"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Calibri" pitchFamily="18"/>
              <a:ea typeface="Microsoft YaHei" pitchFamily="2"/>
              <a:cs typeface="Mangal" pitchFamily="2"/>
            </a:endParaRPr>
          </a:p>
        </p:txBody>
      </p:sp>
      <p:sp>
        <p:nvSpPr>
          <p:cNvPr id="2" name="Rectangle 14">
            <a:extLst>
              <a:ext uri="{FF2B5EF4-FFF2-40B4-BE49-F238E27FC236}">
                <a16:creationId xmlns:a16="http://schemas.microsoft.com/office/drawing/2014/main" id="{6F5A6354-E9FE-26F1-4D66-A83C3C1819B7}"/>
              </a:ext>
            </a:extLst>
          </p:cNvPr>
          <p:cNvSpPr/>
          <p:nvPr/>
        </p:nvSpPr>
        <p:spPr>
          <a:xfrm>
            <a:off x="300308" y="3353208"/>
            <a:ext cx="2459880" cy="667157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square" lIns="90004" tIns="44997" rIns="90004" bIns="44997" anchor="t" anchorCtr="0" compatLnSpc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TCS Japan </a:t>
            </a:r>
          </a:p>
        </p:txBody>
      </p:sp>
      <p:sp>
        <p:nvSpPr>
          <p:cNvPr id="12" name="Rectangle 21">
            <a:extLst>
              <a:ext uri="{FF2B5EF4-FFF2-40B4-BE49-F238E27FC236}">
                <a16:creationId xmlns:a16="http://schemas.microsoft.com/office/drawing/2014/main" id="{D7DDD8D8-F6E7-67E9-6E3A-3DF9F917D3C5}"/>
              </a:ext>
            </a:extLst>
          </p:cNvPr>
          <p:cNvSpPr/>
          <p:nvPr/>
        </p:nvSpPr>
        <p:spPr>
          <a:xfrm>
            <a:off x="284418" y="3903586"/>
            <a:ext cx="3879360" cy="62279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13" name="TextBox 3">
            <a:extLst>
              <a:ext uri="{FF2B5EF4-FFF2-40B4-BE49-F238E27FC236}">
                <a16:creationId xmlns:a16="http://schemas.microsoft.com/office/drawing/2014/main" id="{438ECDE3-B243-A9C1-B4DD-ADA1151E2F46}"/>
              </a:ext>
            </a:extLst>
          </p:cNvPr>
          <p:cNvSpPr txBox="1"/>
          <p:nvPr/>
        </p:nvSpPr>
        <p:spPr>
          <a:xfrm>
            <a:off x="215886" y="4079599"/>
            <a:ext cx="6389914" cy="954107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b="1"/>
              <a:t>Mr. Taro Shibuya</a:t>
            </a:r>
            <a:r>
              <a:rPr lang="en-US" sz="14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 - CBO Delivery Head</a:t>
            </a:r>
          </a:p>
          <a:p>
            <a:r>
              <a:rPr lang="en-US" sz="1400" b="1">
                <a:ea typeface="Microsoft YaHei"/>
                <a:cs typeface="Mangal"/>
              </a:rPr>
              <a:t>Ms. Tomoko Wada </a:t>
            </a:r>
            <a:r>
              <a:rPr lang="en-US" sz="1400">
                <a:solidFill>
                  <a:srgbClr val="000000"/>
                </a:solidFill>
                <a:latin typeface="Calibri"/>
                <a:ea typeface="Microsoft YaHei"/>
                <a:cs typeface="Mangal"/>
              </a:rPr>
              <a:t>-</a:t>
            </a:r>
            <a:r>
              <a:rPr lang="en-US" sz="1400">
                <a:ea typeface="Microsoft YaHei"/>
                <a:cs typeface="Mangal"/>
              </a:rPr>
              <a:t> </a:t>
            </a:r>
            <a:r>
              <a:rPr lang="en-US" sz="1400">
                <a:ea typeface="+mn-lt"/>
                <a:cs typeface="+mn-lt"/>
              </a:rPr>
              <a:t>Client Partner</a:t>
            </a:r>
          </a:p>
          <a:p>
            <a:r>
              <a:rPr lang="en-US" sz="1400" b="1">
                <a:ea typeface="Microsoft YaHei"/>
                <a:cs typeface="Mangal"/>
              </a:rPr>
              <a:t>Mr. Kenji Hayakawa - </a:t>
            </a:r>
            <a:r>
              <a:rPr lang="en-US" sz="1400">
                <a:ea typeface="+mn-lt"/>
                <a:cs typeface="+mn-lt"/>
              </a:rPr>
              <a:t>Project Manager</a:t>
            </a:r>
          </a:p>
          <a:p>
            <a:endParaRPr lang="en-US" sz="1400">
              <a:ea typeface="Microsoft YaHei"/>
              <a:cs typeface="Mang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8"/>
          <p:cNvSpPr/>
          <p:nvPr/>
        </p:nvSpPr>
        <p:spPr>
          <a:xfrm>
            <a:off x="436024" y="67303"/>
            <a:ext cx="1768678" cy="639001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noFill/>
          <a:ln cap="flat">
            <a:noFill/>
            <a:prstDash val="solid"/>
          </a:ln>
        </p:spPr>
        <p:txBody>
          <a:bodyPr vert="horz" wrap="none" lIns="90004" tIns="44997" rIns="90004" bIns="44997" anchor="t" anchorCtr="0" compatLnSpc="0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3600" b="0" i="0" u="none" strike="noStrike" kern="1200" cap="none" spc="0" baseline="0">
                <a:solidFill>
                  <a:srgbClr val="000000"/>
                </a:solidFill>
                <a:uFillTx/>
                <a:latin typeface="Calibri Light" pitchFamily="18"/>
                <a:ea typeface="Microsoft YaHei" pitchFamily="2"/>
                <a:cs typeface="Calibri Light" pitchFamily="34"/>
              </a:rPr>
              <a:t>AGENDA</a:t>
            </a:r>
          </a:p>
        </p:txBody>
      </p:sp>
      <p:sp>
        <p:nvSpPr>
          <p:cNvPr id="4" name="Rectangle 21"/>
          <p:cNvSpPr/>
          <p:nvPr/>
        </p:nvSpPr>
        <p:spPr>
          <a:xfrm>
            <a:off x="376915" y="769285"/>
            <a:ext cx="2133359" cy="27002"/>
          </a:xfrm>
          <a:custGeom>
            <a:avLst/>
            <a:gdLst>
              <a:gd name="f0" fmla="val w"/>
              <a:gd name="f1" fmla="val h"/>
              <a:gd name="f2" fmla="val 0"/>
              <a:gd name="f3" fmla="val 21600"/>
              <a:gd name="f4" fmla="*/ f0 1 21600"/>
              <a:gd name="f5" fmla="*/ f1 1 21600"/>
              <a:gd name="f6" fmla="+- f3 0 f2"/>
              <a:gd name="f7" fmla="*/ f6 1 21600"/>
              <a:gd name="f8" fmla="*/ f2 1 f7"/>
              <a:gd name="f9" fmla="*/ f3 1 f7"/>
              <a:gd name="f10" fmla="*/ f8 f4 1"/>
              <a:gd name="f11" fmla="*/ f9 f4 1"/>
              <a:gd name="f12" fmla="*/ f9 f5 1"/>
              <a:gd name="f13" fmla="*/ f8 f5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10" t="f13" r="f11" b="f12"/>
            <a:pathLst>
              <a:path w="21600" h="21600">
                <a:moveTo>
                  <a:pt x="f2" y="f2"/>
                </a:moveTo>
                <a:lnTo>
                  <a:pt x="f3" y="f2"/>
                </a:lnTo>
                <a:lnTo>
                  <a:pt x="f3" y="f3"/>
                </a:lnTo>
                <a:lnTo>
                  <a:pt x="f2" y="f3"/>
                </a:lnTo>
                <a:lnTo>
                  <a:pt x="f2" y="f2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5" name="Right Triangle 24"/>
          <p:cNvSpPr/>
          <p:nvPr/>
        </p:nvSpPr>
        <p:spPr>
          <a:xfrm flipV="1">
            <a:off x="0" y="0"/>
            <a:ext cx="636843" cy="501118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126192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sp>
        <p:nvSpPr>
          <p:cNvPr id="6" name="Right Triangle 25"/>
          <p:cNvSpPr/>
          <p:nvPr/>
        </p:nvSpPr>
        <p:spPr>
          <a:xfrm flipV="1">
            <a:off x="0" y="-5760"/>
            <a:ext cx="456843" cy="359642"/>
          </a:xfrm>
          <a:custGeom>
            <a:avLst/>
            <a:gdLst>
              <a:gd name="f0" fmla="val 10800000"/>
              <a:gd name="f1" fmla="val 5400000"/>
              <a:gd name="f2" fmla="val 180"/>
              <a:gd name="f3" fmla="val w"/>
              <a:gd name="f4" fmla="val h"/>
              <a:gd name="f5" fmla="val 0"/>
              <a:gd name="f6" fmla="val 21600"/>
              <a:gd name="f7" fmla="+- 0 0 0"/>
              <a:gd name="f8" fmla="*/ f3 1 21600"/>
              <a:gd name="f9" fmla="*/ f4 1 21600"/>
              <a:gd name="f10" fmla="+- f6 0 f5"/>
              <a:gd name="f11" fmla="*/ f7 f0 1"/>
              <a:gd name="f12" fmla="*/ f10 1 21600"/>
              <a:gd name="f13" fmla="*/ f11 1 f2"/>
              <a:gd name="f14" fmla="*/ 1900 f12 1"/>
              <a:gd name="f15" fmla="*/ 12700 f12 1"/>
              <a:gd name="f16" fmla="*/ 19700 f12 1"/>
              <a:gd name="f17" fmla="*/ 0 f12 1"/>
              <a:gd name="f18" fmla="*/ 10800 f12 1"/>
              <a:gd name="f19" fmla="*/ 21600 f12 1"/>
              <a:gd name="f20" fmla="+- f13 0 f1"/>
              <a:gd name="f21" fmla="*/ f17 1 f12"/>
              <a:gd name="f22" fmla="*/ f18 1 f12"/>
              <a:gd name="f23" fmla="*/ f19 1 f12"/>
              <a:gd name="f24" fmla="*/ f14 1 f12"/>
              <a:gd name="f25" fmla="*/ f15 1 f12"/>
              <a:gd name="f26" fmla="*/ f16 1 f12"/>
              <a:gd name="f27" fmla="*/ f24 f8 1"/>
              <a:gd name="f28" fmla="*/ f25 f8 1"/>
              <a:gd name="f29" fmla="*/ f26 f9 1"/>
              <a:gd name="f30" fmla="*/ f25 f9 1"/>
              <a:gd name="f31" fmla="*/ f21 f8 1"/>
              <a:gd name="f32" fmla="*/ f21 f9 1"/>
              <a:gd name="f33" fmla="*/ f22 f9 1"/>
              <a:gd name="f34" fmla="*/ f23 f9 1"/>
              <a:gd name="f35" fmla="*/ f22 f8 1"/>
              <a:gd name="f36" fmla="*/ f23 f8 1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  <a:cxn ang="f20">
                <a:pos x="f31" y="f32"/>
              </a:cxn>
              <a:cxn ang="f20">
                <a:pos x="f31" y="f33"/>
              </a:cxn>
              <a:cxn ang="f20">
                <a:pos x="f31" y="f34"/>
              </a:cxn>
              <a:cxn ang="f20">
                <a:pos x="f35" y="f34"/>
              </a:cxn>
              <a:cxn ang="f20">
                <a:pos x="f36" y="f34"/>
              </a:cxn>
              <a:cxn ang="f20">
                <a:pos x="f35" y="f33"/>
              </a:cxn>
            </a:cxnLst>
            <a:rect l="f27" t="f30" r="f28" b="f29"/>
            <a:pathLst>
              <a:path w="21600" h="21600">
                <a:moveTo>
                  <a:pt x="f5" y="f5"/>
                </a:moveTo>
                <a:lnTo>
                  <a:pt x="f6" y="f6"/>
                </a:lnTo>
                <a:lnTo>
                  <a:pt x="f5" y="f6"/>
                </a:lnTo>
                <a:lnTo>
                  <a:pt x="f5" y="f5"/>
                </a:lnTo>
                <a:close/>
              </a:path>
            </a:pathLst>
          </a:custGeom>
          <a:solidFill>
            <a:srgbClr val="078E80"/>
          </a:solidFill>
          <a:ln cap="flat">
            <a:noFill/>
            <a:prstDash val="solid"/>
          </a:ln>
        </p:spPr>
        <p:txBody>
          <a:bodyPr vert="horz" wrap="square" lIns="90004" tIns="44997" rIns="90004" bIns="44997" anchor="ctr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Arial" pitchFamily="18"/>
              <a:ea typeface="Microsoft YaHei" pitchFamily="2"/>
              <a:cs typeface="Mangal" pitchFamily="2"/>
            </a:endParaRPr>
          </a:p>
        </p:txBody>
      </p:sp>
      <p:graphicFrame>
        <p:nvGraphicFramePr>
          <p:cNvPr id="8" name="表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3134050"/>
              </p:ext>
            </p:extLst>
          </p:nvPr>
        </p:nvGraphicFramePr>
        <p:xfrm>
          <a:off x="165200" y="1048356"/>
          <a:ext cx="6579326" cy="418597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681846">
                  <a:extLst>
                    <a:ext uri="{9D8B030D-6E8A-4147-A177-3AD203B41FA5}">
                      <a16:colId xmlns:a16="http://schemas.microsoft.com/office/drawing/2014/main" val="2864625291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333296127"/>
                    </a:ext>
                  </a:extLst>
                </a:gridCol>
                <a:gridCol w="631370">
                  <a:extLst>
                    <a:ext uri="{9D8B030D-6E8A-4147-A177-3AD203B41FA5}">
                      <a16:colId xmlns:a16="http://schemas.microsoft.com/office/drawing/2014/main" val="3433631618"/>
                    </a:ext>
                  </a:extLst>
                </a:gridCol>
                <a:gridCol w="1978478">
                  <a:extLst>
                    <a:ext uri="{9D8B030D-6E8A-4147-A177-3AD203B41FA5}">
                      <a16:colId xmlns:a16="http://schemas.microsoft.com/office/drawing/2014/main" val="2127023141"/>
                    </a:ext>
                  </a:extLst>
                </a:gridCol>
                <a:gridCol w="1133669">
                  <a:extLst>
                    <a:ext uri="{9D8B030D-6E8A-4147-A177-3AD203B41FA5}">
                      <a16:colId xmlns:a16="http://schemas.microsoft.com/office/drawing/2014/main" val="2500671831"/>
                    </a:ext>
                  </a:extLst>
                </a:gridCol>
                <a:gridCol w="1377358">
                  <a:extLst>
                    <a:ext uri="{9D8B030D-6E8A-4147-A177-3AD203B41FA5}">
                      <a16:colId xmlns:a16="http://schemas.microsoft.com/office/drawing/2014/main" val="3663299952"/>
                    </a:ext>
                  </a:extLst>
                </a:gridCol>
              </a:tblGrid>
              <a:tr h="230787">
                <a:tc gridSpan="6"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rgbClr val="000000"/>
                          </a:solidFill>
                          <a:latin typeface="+mn-lt"/>
                          <a:ea typeface="Microsoft YaHei"/>
                          <a:cs typeface="Mangal"/>
                        </a:rPr>
                        <a:t> 22nd June 2023 (Thursday) – TCS Banyan Park - </a:t>
                      </a:r>
                      <a:r>
                        <a:rPr lang="en-US" sz="1000" b="0" i="0" u="none" strike="noStrike" kern="1200" spc="0" noProof="0" dirty="0">
                          <a:solidFill>
                            <a:srgbClr val="000000"/>
                          </a:solidFill>
                          <a:latin typeface="Arial"/>
                        </a:rPr>
                        <a:t>Block 4  2nd Floor VCON Room (11 Seater)</a:t>
                      </a:r>
                      <a:endParaRPr lang="en-US" sz="1100" b="0" i="0" u="none" strike="noStrike" kern="1200" spc="0" dirty="0">
                        <a:solidFill>
                          <a:srgbClr val="000000"/>
                        </a:solidFill>
                        <a:latin typeface="+mn-lt"/>
                        <a:ea typeface="Microsoft YaHei"/>
                        <a:cs typeface="Mang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l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b="0" i="0" u="none" strike="noStrike" spc="0">
                          <a:solidFill>
                            <a:srgbClr val="000000"/>
                          </a:solidFill>
                        </a:defRPr>
                      </a:pPr>
                      <a:endParaRPr lang="en-US" sz="1200" b="0" i="0" u="none" strike="noStrike" kern="1200" spc="0">
                        <a:solidFill>
                          <a:srgbClr val="000000"/>
                        </a:solidFill>
                        <a:latin typeface="Calibri" pitchFamily="34"/>
                        <a:ea typeface="Microsoft YaHei" pitchFamily="2"/>
                        <a:cs typeface="Mangal" pitchFamily="2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>
                        <a:tabLst/>
                        <a:defRPr b="0" i="0" u="none" strike="noStrike" spc="0">
                          <a:solidFill>
                            <a:srgbClr val="000000"/>
                          </a:solidFill>
                        </a:defRPr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617543"/>
                  </a:ext>
                </a:extLst>
              </a:tr>
              <a:tr h="692361"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Start Time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Duration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End Time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Agenda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Presenter (s)/ Stories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1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Location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7229810"/>
                  </a:ext>
                </a:extLst>
              </a:tr>
              <a:tr h="384644"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8:00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240 Mins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12:00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Pune to Mumbai via Road</a:t>
                      </a:r>
                      <a:endParaRPr lang="en-US" dirty="0"/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dirty="0">
                          <a:latin typeface="+mn-lt"/>
                          <a:ea typeface="Microsoft YaHei"/>
                        </a:rPr>
                        <a:t>All members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endParaRPr lang="en-US" sz="1100" b="0" i="0" u="none" strike="noStrike" kern="1200">
                        <a:latin typeface="+mn-lt"/>
                        <a:ea typeface="Microsoft YaHe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230074"/>
                  </a:ext>
                </a:extLst>
              </a:tr>
              <a:tr h="384644"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12:00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15 Mins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12:15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 rtl="0">
                        <a:buNone/>
                      </a:pPr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Reception &amp; Security</a:t>
                      </a:r>
                      <a:endParaRPr lang="en-US" dirty="0"/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dirty="0">
                          <a:latin typeface="+mn-lt"/>
                          <a:ea typeface="Microsoft YaHei"/>
                        </a:rPr>
                        <a:t>All Members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dirty="0">
                          <a:latin typeface="+mn-lt"/>
                          <a:ea typeface="Microsoft YaHei"/>
                        </a:rPr>
                        <a:t>Reception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3672253"/>
                  </a:ext>
                </a:extLst>
              </a:tr>
              <a:tr h="38464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12:15</a:t>
                      </a:r>
                      <a:endParaRPr lang="en-US" dirty="0">
                        <a:solidFill>
                          <a:schemeClr val="tx1"/>
                        </a:solidFill>
                        <a:ea typeface="Microsoft YaHei"/>
                        <a:cs typeface="Mang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65 Mins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13:20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Lunch</a:t>
                      </a:r>
                      <a:endParaRPr lang="en-US" dirty="0"/>
                    </a:p>
                  </a:txBody>
                  <a:tcPr marL="7034" marR="7034" marT="703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 b="0" i="0" u="none" strike="noStrike" kern="1200" noProof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noProof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EDR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chemeClr val="tx1"/>
                      </a:solidFill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chemeClr val="tx1"/>
                      </a:solidFill>
                    </a:lnB>
                    <a:solidFill>
                      <a:srgbClr val="F4B18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73829"/>
                  </a:ext>
                </a:extLst>
              </a:tr>
              <a:tr h="384644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13:20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10 Mins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13:30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Introduction of Visit Agenda/ Context Setting</a:t>
                      </a:r>
                      <a:endParaRPr lang="en-US" dirty="0"/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/>
                        <a:t>Wada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spc="0" noProof="0" dirty="0">
                          <a:solidFill>
                            <a:srgbClr val="000000"/>
                          </a:solidFill>
                          <a:latin typeface="Arial"/>
                        </a:rPr>
                        <a:t>Boardroom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6096670"/>
                  </a:ext>
                </a:extLst>
              </a:tr>
              <a:tr h="330653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13:30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60 Mins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14:30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Chat GPT session</a:t>
                      </a:r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</a:rPr>
                        <a:t>Naran/From London &amp; Japan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latin typeface="Arial"/>
                        </a:rPr>
                        <a:t>Boardroom</a:t>
                      </a: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kern="1200" noProof="0" dirty="0">
                          <a:solidFill>
                            <a:srgbClr val="000000"/>
                          </a:solidFill>
                          <a:latin typeface="Arial"/>
                        </a:rPr>
                        <a:t>(MS Teams)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549546"/>
                  </a:ext>
                </a:extLst>
              </a:tr>
              <a:tr h="35514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14:30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150 Mins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solidFill>
                            <a:schemeClr val="tx1"/>
                          </a:solidFill>
                          <a:latin typeface="+mn-lt"/>
                          <a:ea typeface="Microsoft YaHei"/>
                          <a:cs typeface="Mangal"/>
                        </a:rPr>
                        <a:t>17:00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effectLst/>
                          <a:latin typeface="Calibri"/>
                        </a:rPr>
                        <a:t>EBC Session</a:t>
                      </a:r>
                      <a:endParaRPr lang="en-US" sz="1100" b="0" i="0" u="none" strike="noStrike" kern="1200" noProof="0" dirty="0">
                        <a:effectLst/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effectLst/>
                          <a:latin typeface="Calibri"/>
                        </a:rPr>
                        <a:t>GF - About TCS - 20 mins</a:t>
                      </a:r>
                      <a:endParaRPr lang="en-US" sz="1100" b="0" i="0" u="none" strike="noStrike" kern="1200" noProof="0" dirty="0">
                        <a:effectLst/>
                        <a:latin typeface="Calibri"/>
                      </a:endParaRPr>
                    </a:p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effectLst/>
                          <a:latin typeface="Calibri"/>
                        </a:rPr>
                        <a:t>1f and 2f - ISU stories </a:t>
                      </a:r>
                      <a:endParaRPr lang="en-US" dirty="0"/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</a:rPr>
                        <a:t>EBC Team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</a:rPr>
                        <a:t>EBC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12926777"/>
                  </a:ext>
                </a:extLst>
              </a:tr>
              <a:tr h="355146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noProof="0" dirty="0">
                          <a:solidFill>
                            <a:schemeClr val="tx1"/>
                          </a:solidFill>
                          <a:latin typeface="Calibri"/>
                        </a:rPr>
                        <a:t>17:00</a:t>
                      </a:r>
                      <a:endParaRPr lang="en-US" sz="1100" b="0" i="0" u="none" strike="noStrike" kern="1200" spc="0" noProof="0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30 Mins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 spc="0"/>
                      </a:pPr>
                      <a:r>
                        <a:rPr lang="en-US" sz="1100" b="0" i="0" u="none" strike="noStrike" kern="1200" spc="0" dirty="0">
                          <a:latin typeface="+mn-lt"/>
                          <a:ea typeface="Microsoft YaHei"/>
                          <a:cs typeface="Mangal"/>
                        </a:rPr>
                        <a:t>17:30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Wrap up &amp; discussion for next steps</a:t>
                      </a:r>
                      <a:endParaRPr lang="en-US" dirty="0"/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+mn-lt"/>
                        </a:rPr>
                        <a:t>Chandrakant</a:t>
                      </a:r>
                      <a:endParaRPr lang="en-US" dirty="0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>
                          <a:solidFill>
                            <a:srgbClr val="000000"/>
                          </a:solidFill>
                          <a:latin typeface="Calibri"/>
                        </a:rPr>
                        <a:t>Boardroom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25590237"/>
                  </a:ext>
                </a:extLst>
              </a:tr>
              <a:tr h="404132"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spc="0" noProof="0" dirty="0">
                          <a:solidFill>
                            <a:schemeClr val="tx1"/>
                          </a:solidFill>
                          <a:latin typeface="Calibri"/>
                        </a:rPr>
                        <a:t>17:30</a:t>
                      </a: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gridSpan="4"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1" i="0" u="none" strike="noStrike" kern="1200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Depart for Dinner at 17:30</a:t>
                      </a:r>
                      <a:endParaRPr lang="en-US" sz="1100" b="0" i="0" u="none" strike="noStrike" kern="1200" noProof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pPr>
                        <a:tabLst/>
                        <a:defRPr spc="0"/>
                      </a:pPr>
                      <a:endParaRPr lang="en-US" sz="1100" b="0" i="0" u="none" strike="noStrike" kern="1200" spc="0">
                        <a:latin typeface="+mn-lt"/>
                        <a:ea typeface="Microsoft YaHei"/>
                        <a:cs typeface="Mangal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 marL="7034" marR="7034" marT="7034" marB="0"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 sz="1100" b="0" i="0" u="none" strike="noStrike" kern="1200" noProof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b="0" i="0" u="none" strike="noStrike" kern="1200" noProof="0" dirty="0" err="1">
                          <a:solidFill>
                            <a:srgbClr val="000000"/>
                          </a:solidFill>
                          <a:latin typeface="Calibri"/>
                        </a:rPr>
                        <a:t>Colaba</a:t>
                      </a:r>
                      <a:endParaRPr lang="en-US" dirty="0" err="1"/>
                    </a:p>
                  </a:txBody>
                  <a:tcPr anchor="ctr">
                    <a:lnL w="12700">
                      <a:solidFill>
                        <a:schemeClr val="tx1"/>
                      </a:solidFill>
                    </a:lnL>
                    <a:lnR w="12700">
                      <a:solidFill>
                        <a:schemeClr val="tx1"/>
                      </a:solidFill>
                    </a:lnR>
                    <a:lnT w="12700">
                      <a:solidFill>
                        <a:schemeClr val="tx1"/>
                      </a:solidFill>
                    </a:lnT>
                    <a:lnB w="12700">
                      <a:solidFill>
                        <a:schemeClr val="tx1"/>
                      </a:solidFill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8779282"/>
                  </a:ext>
                </a:extLst>
              </a:tr>
            </a:tbl>
          </a:graphicData>
        </a:graphic>
      </p:graphicFrame>
      <p:pic>
        <p:nvPicPr>
          <p:cNvPr id="9" name="Picture 26">
            <a:extLst>
              <a:ext uri="{FF2B5EF4-FFF2-40B4-BE49-F238E27FC236}">
                <a16:creationId xmlns:a16="http://schemas.microsoft.com/office/drawing/2014/main" id="{F0C80854-6293-4EC8-AB9F-EE83B91FA1B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5601680"/>
            <a:ext cx="6934996" cy="4334170"/>
            <a:chOff x="0" y="5648030"/>
            <a:chExt cx="6946073" cy="4334170"/>
          </a:xfrm>
        </p:grpSpPr>
        <p:grpSp>
          <p:nvGrpSpPr>
            <p:cNvPr id="15" name="Group 14"/>
            <p:cNvGrpSpPr/>
            <p:nvPr/>
          </p:nvGrpSpPr>
          <p:grpSpPr>
            <a:xfrm>
              <a:off x="0" y="5648030"/>
              <a:ext cx="6946073" cy="4290600"/>
              <a:chOff x="-6367712" y="4352465"/>
              <a:chExt cx="7445342" cy="4834957"/>
            </a:xfrm>
          </p:grpSpPr>
          <p:grpSp>
            <p:nvGrpSpPr>
              <p:cNvPr id="20" name="Group 19"/>
              <p:cNvGrpSpPr/>
              <p:nvPr/>
            </p:nvGrpSpPr>
            <p:grpSpPr>
              <a:xfrm>
                <a:off x="-6333624" y="4352465"/>
                <a:ext cx="7411254" cy="4834957"/>
                <a:chOff x="1087709" y="4994844"/>
                <a:chExt cx="7411254" cy="4834957"/>
              </a:xfrm>
            </p:grpSpPr>
            <p:pic>
              <p:nvPicPr>
                <p:cNvPr id="28" name="Picture 27"/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5135333" y="4994844"/>
                  <a:ext cx="3363630" cy="1986141"/>
                </a:xfrm>
                <a:prstGeom prst="rect">
                  <a:avLst/>
                </a:prstGeom>
              </p:spPr>
            </p:pic>
            <p:pic>
              <p:nvPicPr>
                <p:cNvPr id="29" name="Picture 28"/>
                <p:cNvPicPr>
                  <a:picLocks noChangeAspect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5845345" y="8438944"/>
                  <a:ext cx="2536655" cy="1364581"/>
                </a:xfrm>
                <a:prstGeom prst="rect">
                  <a:avLst/>
                </a:prstGeom>
              </p:spPr>
            </p:pic>
            <p:pic>
              <p:nvPicPr>
                <p:cNvPr id="30" name="Picture 29"/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22454" y="7010400"/>
                  <a:ext cx="2264771" cy="1428544"/>
                </a:xfrm>
                <a:prstGeom prst="rect">
                  <a:avLst/>
                </a:prstGeom>
              </p:spPr>
            </p:pic>
            <p:pic>
              <p:nvPicPr>
                <p:cNvPr id="31" name="Picture 30"/>
                <p:cNvPicPr>
                  <a:picLocks noChangeAspect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5696238" y="6980984"/>
                  <a:ext cx="2770123" cy="1541533"/>
                </a:xfrm>
                <a:prstGeom prst="rect">
                  <a:avLst/>
                </a:prstGeom>
              </p:spPr>
            </p:pic>
            <p:pic>
              <p:nvPicPr>
                <p:cNvPr id="32" name="Picture 31"/>
                <p:cNvPicPr>
                  <a:picLocks noChangeAspect="1"/>
                </p:cNvPicPr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3810000" y="8449464"/>
                  <a:ext cx="2008197" cy="1380336"/>
                </a:xfrm>
                <a:prstGeom prst="rect">
                  <a:avLst/>
                </a:prstGeom>
              </p:spPr>
            </p:pic>
            <p:pic>
              <p:nvPicPr>
                <p:cNvPr id="33" name="Picture 32"/>
                <p:cNvPicPr>
                  <a:picLocks noChangeAspect="1"/>
                </p:cNvPicPr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87709" y="8066025"/>
                  <a:ext cx="2758194" cy="1763776"/>
                </a:xfrm>
                <a:prstGeom prst="rect">
                  <a:avLst/>
                </a:prstGeom>
              </p:spPr>
            </p:pic>
          </p:grpSp>
          <p:sp>
            <p:nvSpPr>
              <p:cNvPr id="21" name="Right Triangle 20"/>
              <p:cNvSpPr/>
              <p:nvPr/>
            </p:nvSpPr>
            <p:spPr>
              <a:xfrm rot="5400000">
                <a:off x="-5607082" y="3591838"/>
                <a:ext cx="4780530" cy="6301790"/>
              </a:xfrm>
              <a:prstGeom prst="rtTriangle">
                <a:avLst/>
              </a:prstGeom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Right Triangle 15"/>
            <p:cNvSpPr/>
            <p:nvPr/>
          </p:nvSpPr>
          <p:spPr>
            <a:xfrm flipH="1">
              <a:off x="4483100" y="8077200"/>
              <a:ext cx="2374900" cy="1869742"/>
            </a:xfrm>
            <a:prstGeom prst="rtTriangle">
              <a:avLst/>
            </a:prstGeom>
            <a:solidFill>
              <a:srgbClr val="078E80">
                <a:alpha val="5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Isosceles Triangle 16"/>
            <p:cNvSpPr/>
            <p:nvPr/>
          </p:nvSpPr>
          <p:spPr>
            <a:xfrm rot="5400000">
              <a:off x="-292608" y="8139572"/>
              <a:ext cx="2135236" cy="1550020"/>
            </a:xfrm>
            <a:prstGeom prst="triangle">
              <a:avLst/>
            </a:prstGeom>
            <a:solidFill>
              <a:srgbClr val="12619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ight Triangle 17"/>
            <p:cNvSpPr/>
            <p:nvPr/>
          </p:nvSpPr>
          <p:spPr>
            <a:xfrm flipH="1">
              <a:off x="5367848" y="8789427"/>
              <a:ext cx="1484313" cy="1168589"/>
            </a:xfrm>
            <a:prstGeom prst="rtTriangle">
              <a:avLst/>
            </a:prstGeom>
            <a:solidFill>
              <a:srgbClr val="078E8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ight Triangle 24"/>
          <p:cNvSpPr/>
          <p:nvPr/>
        </p:nvSpPr>
        <p:spPr>
          <a:xfrm flipV="1">
            <a:off x="0" y="-3"/>
            <a:ext cx="637186" cy="501652"/>
          </a:xfrm>
          <a:prstGeom prst="rtTriangle">
            <a:avLst/>
          </a:prstGeom>
          <a:solidFill>
            <a:srgbClr val="12619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Triangle 25"/>
          <p:cNvSpPr/>
          <p:nvPr/>
        </p:nvSpPr>
        <p:spPr>
          <a:xfrm flipV="1">
            <a:off x="0" y="-1"/>
            <a:ext cx="457201" cy="359951"/>
          </a:xfrm>
          <a:prstGeom prst="rtTriangle">
            <a:avLst/>
          </a:prstGeom>
          <a:solidFill>
            <a:srgbClr val="078E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8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1051" y="1507658"/>
            <a:ext cx="4620966" cy="2310483"/>
          </a:xfrm>
          <a:prstGeom prst="rect">
            <a:avLst/>
          </a:prstGeom>
        </p:spPr>
      </p:pic>
      <p:pic>
        <p:nvPicPr>
          <p:cNvPr id="34" name="Picture 33"/>
          <p:cNvPicPr>
            <a:picLocks noChangeAspect="1"/>
          </p:cNvPicPr>
          <p:nvPr/>
        </p:nvPicPr>
        <p:blipFill>
          <a:blip r:embed="rId9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69" y="2721844"/>
            <a:ext cx="1582477" cy="1582477"/>
          </a:xfrm>
          <a:prstGeom prst="rect">
            <a:avLst/>
          </a:prstGeom>
        </p:spPr>
      </p:pic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840066" y="4344611"/>
            <a:ext cx="4666885" cy="492443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ja-JP" altLang="en-US" sz="32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  <a:latin typeface="inherit"/>
              </a:rPr>
              <a:t>ありがとうございました</a:t>
            </a:r>
            <a:r>
              <a:rPr kumimoji="0" lang="ja-JP" altLang="en-US" sz="1000" b="1" i="0" u="none" strike="noStrike" cap="none" normalizeH="0" baseline="0">
                <a:ln>
                  <a:noFill/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/>
              </a:rPr>
              <a:t> </a:t>
            </a:r>
            <a:endParaRPr kumimoji="0" lang="ja-JP" altLang="en-US" sz="3200" b="1" i="0" u="none" strike="noStrike" cap="none" normalizeH="0" baseline="0">
              <a:ln>
                <a:noFill/>
              </a:ln>
              <a:solidFill>
                <a:schemeClr val="accent2">
                  <a:lumMod val="60000"/>
                  <a:lumOff val="40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2" name="Picture 26">
            <a:extLst>
              <a:ext uri="{FF2B5EF4-FFF2-40B4-BE49-F238E27FC236}">
                <a16:creationId xmlns:a16="http://schemas.microsoft.com/office/drawing/2014/main" id="{83112E88-2C7F-441F-AA90-9AE34BE79392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lum/>
            <a:alphaModFix/>
          </a:blip>
          <a:srcRect l="48320" t="2841"/>
          <a:stretch/>
        </p:blipFill>
        <p:spPr>
          <a:xfrm>
            <a:off x="5554639" y="239572"/>
            <a:ext cx="1090241" cy="449107"/>
          </a:xfrm>
          <a:prstGeom prst="rect">
            <a:avLst/>
          </a:prstGeom>
          <a:noFill/>
          <a:ln cap="flat">
            <a:noFill/>
          </a:ln>
        </p:spPr>
      </p:pic>
    </p:spTree>
    <p:extLst>
      <p:ext uri="{BB962C8B-B14F-4D97-AF65-F5344CB8AC3E}">
        <p14:creationId xmlns:p14="http://schemas.microsoft.com/office/powerpoint/2010/main" val="2473967787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 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D7931A421C4B42B75EB81AB90257FF" ma:contentTypeVersion="3" ma:contentTypeDescription="Create a new document." ma:contentTypeScope="" ma:versionID="2cc3e1f9ecd1de2b3f96eb5d2966dc8c">
  <xsd:schema xmlns:xsd="http://www.w3.org/2001/XMLSchema" xmlns:xs="http://www.w3.org/2001/XMLSchema" xmlns:p="http://schemas.microsoft.com/office/2006/metadata/properties" xmlns:ns2="0fd6c2ee-7a42-4096-bee0-7566b19b8388" targetNamespace="http://schemas.microsoft.com/office/2006/metadata/properties" ma:root="true" ma:fieldsID="9adb38b5bb7337dbe1890ad4b961913c" ns2:_="">
    <xsd:import namespace="0fd6c2ee-7a42-4096-bee0-7566b19b838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fd6c2ee-7a42-4096-bee0-7566b19b83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241CD913-EFE6-4C51-8B40-607C9967DD19}"/>
</file>

<file path=customXml/itemProps2.xml><?xml version="1.0" encoding="utf-8"?>
<ds:datastoreItem xmlns:ds="http://schemas.openxmlformats.org/officeDocument/2006/customXml" ds:itemID="{39F201E5-5FF5-4B66-AD57-6A5A03668C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2C77780-A02C-44E8-A942-CF113F8CCED5}">
  <ds:schemaRefs>
    <ds:schemaRef ds:uri="5775c0f8-94d4-415d-85db-b514c10c207c"/>
    <ds:schemaRef ds:uri="b1696eea-1f70-4b29-921b-d05a1e89eb7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A4 Paper (210x297 mm)</PresentationFormat>
  <Slides>4</Slides>
  <Notes>3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Default</vt:lpstr>
      <vt:lpstr>Default 1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Tomoko Wada</dc:creator>
  <cp:revision>88</cp:revision>
  <cp:lastPrinted>2023-05-24T09:27:22Z</cp:lastPrinted>
  <dcterms:modified xsi:type="dcterms:W3CDTF">2023-06-19T20:01:43Z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0x010100ECD7931A421C4B42B75EB81AB90257FF</vt:lpwstr>
  </property>
</Properties>
</file>