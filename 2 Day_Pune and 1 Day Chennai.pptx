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2"/>
  </p:notesMasterIdLst>
  <p:handoutMasterIdLst>
    <p:handoutMasterId r:id="rId13"/>
  </p:handoutMasterIdLst>
  <p:sldIdLst>
    <p:sldId id="256" r:id="rId6"/>
    <p:sldId id="257" r:id="rId7"/>
    <p:sldId id="264" r:id="rId8"/>
    <p:sldId id="265" r:id="rId9"/>
    <p:sldId id="266" r:id="rId10"/>
    <p:sldId id="261" r:id="rId11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EB7C65-E0DB-4878-89FC-848142CE48CB}" v="38" dt="2026-02-20T13:53:37.5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04" autoAdjust="0"/>
  </p:normalViewPr>
  <p:slideViewPr>
    <p:cSldViewPr snapToGrid="0">
      <p:cViewPr>
        <p:scale>
          <a:sx n="100" d="100"/>
          <a:sy n="100" d="100"/>
        </p:scale>
        <p:origin x="1020" y="-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nash Muley" userId="fc9611ef-b07b-4d86-9aa1-495c9ef29130" providerId="ADAL" clId="{8D098A0D-06BB-497A-BA80-F4A9947C811C}"/>
    <pc:docChg chg="undo custSel addSld delSld modSld">
      <pc:chgData name="Avinash Muley" userId="fc9611ef-b07b-4d86-9aa1-495c9ef29130" providerId="ADAL" clId="{8D098A0D-06BB-497A-BA80-F4A9947C811C}" dt="2026-02-20T13:59:50.250" v="6075" actId="20577"/>
      <pc:docMkLst>
        <pc:docMk/>
      </pc:docMkLst>
      <pc:sldChg chg="addSp modSp mod">
        <pc:chgData name="Avinash Muley" userId="fc9611ef-b07b-4d86-9aa1-495c9ef29130" providerId="ADAL" clId="{8D098A0D-06BB-497A-BA80-F4A9947C811C}" dt="2026-02-20T13:16:31.924" v="3959" actId="20577"/>
        <pc:sldMkLst>
          <pc:docMk/>
          <pc:sldMk cId="0" sldId="257"/>
        </pc:sldMkLst>
        <pc:spChg chg="add mod">
          <ac:chgData name="Avinash Muley" userId="fc9611ef-b07b-4d86-9aa1-495c9ef29130" providerId="ADAL" clId="{8D098A0D-06BB-497A-BA80-F4A9947C811C}" dt="2026-02-20T13:10:15.283" v="3407" actId="113"/>
          <ac:spMkLst>
            <pc:docMk/>
            <pc:sldMk cId="0" sldId="257"/>
            <ac:spMk id="2" creationId="{723740FD-316F-0EE6-EBA4-181F746C9CF8}"/>
          </ac:spMkLst>
        </pc:spChg>
        <pc:spChg chg="mod">
          <ac:chgData name="Avinash Muley" userId="fc9611ef-b07b-4d86-9aa1-495c9ef29130" providerId="ADAL" clId="{8D098A0D-06BB-497A-BA80-F4A9947C811C}" dt="2026-02-20T13:10:44.226" v="3434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Avinash Muley" userId="fc9611ef-b07b-4d86-9aa1-495c9ef29130" providerId="ADAL" clId="{8D098A0D-06BB-497A-BA80-F4A9947C811C}" dt="2026-02-20T13:16:31.924" v="3959" actId="20577"/>
          <ac:spMkLst>
            <pc:docMk/>
            <pc:sldMk cId="0" sldId="257"/>
            <ac:spMk id="10" creationId="{00000000-0000-0000-0000-000000000000}"/>
          </ac:spMkLst>
        </pc:spChg>
      </pc:sldChg>
      <pc:sldChg chg="del">
        <pc:chgData name="Avinash Muley" userId="fc9611ef-b07b-4d86-9aa1-495c9ef29130" providerId="ADAL" clId="{8D098A0D-06BB-497A-BA80-F4A9947C811C}" dt="2026-02-20T13:18:33.938" v="3960" actId="2696"/>
        <pc:sldMkLst>
          <pc:docMk/>
          <pc:sldMk cId="1399351553" sldId="262"/>
        </pc:sldMkLst>
      </pc:sldChg>
      <pc:sldChg chg="modSp mod">
        <pc:chgData name="Avinash Muley" userId="fc9611ef-b07b-4d86-9aa1-495c9ef29130" providerId="ADAL" clId="{8D098A0D-06BB-497A-BA80-F4A9947C811C}" dt="2026-02-20T13:59:50.250" v="6075" actId="20577"/>
        <pc:sldMkLst>
          <pc:docMk/>
          <pc:sldMk cId="2065158917" sldId="264"/>
        </pc:sldMkLst>
        <pc:graphicFrameChg chg="mod modGraphic">
          <ac:chgData name="Avinash Muley" userId="fc9611ef-b07b-4d86-9aa1-495c9ef29130" providerId="ADAL" clId="{8D098A0D-06BB-497A-BA80-F4A9947C811C}" dt="2026-02-20T13:59:50.250" v="6075" actId="20577"/>
          <ac:graphicFrameMkLst>
            <pc:docMk/>
            <pc:sldMk cId="2065158917" sldId="264"/>
            <ac:graphicFrameMk id="2" creationId="{E1FEC383-AC00-C58C-6966-DE6FEF092B28}"/>
          </ac:graphicFrameMkLst>
        </pc:graphicFrameChg>
      </pc:sldChg>
      <pc:sldChg chg="modSp mod">
        <pc:chgData name="Avinash Muley" userId="fc9611ef-b07b-4d86-9aa1-495c9ef29130" providerId="ADAL" clId="{8D098A0D-06BB-497A-BA80-F4A9947C811C}" dt="2026-02-20T13:48:50.572" v="5724" actId="20577"/>
        <pc:sldMkLst>
          <pc:docMk/>
          <pc:sldMk cId="917212176" sldId="265"/>
        </pc:sldMkLst>
        <pc:graphicFrameChg chg="mod modGraphic">
          <ac:chgData name="Avinash Muley" userId="fc9611ef-b07b-4d86-9aa1-495c9ef29130" providerId="ADAL" clId="{8D098A0D-06BB-497A-BA80-F4A9947C811C}" dt="2026-02-20T13:48:50.572" v="5724" actId="20577"/>
          <ac:graphicFrameMkLst>
            <pc:docMk/>
            <pc:sldMk cId="917212176" sldId="265"/>
            <ac:graphicFrameMk id="2" creationId="{AA3ED720-1653-05E8-B3CB-408FCB016F6F}"/>
          </ac:graphicFrameMkLst>
        </pc:graphicFrameChg>
      </pc:sldChg>
      <pc:sldChg chg="modSp add mod">
        <pc:chgData name="Avinash Muley" userId="fc9611ef-b07b-4d86-9aa1-495c9ef29130" providerId="ADAL" clId="{8D098A0D-06BB-497A-BA80-F4A9947C811C}" dt="2026-02-20T13:56:25.511" v="6073" actId="207"/>
        <pc:sldMkLst>
          <pc:docMk/>
          <pc:sldMk cId="2744140044" sldId="266"/>
        </pc:sldMkLst>
        <pc:graphicFrameChg chg="mod modGraphic">
          <ac:chgData name="Avinash Muley" userId="fc9611ef-b07b-4d86-9aa1-495c9ef29130" providerId="ADAL" clId="{8D098A0D-06BB-497A-BA80-F4A9947C811C}" dt="2026-02-20T13:56:25.511" v="6073" actId="207"/>
          <ac:graphicFrameMkLst>
            <pc:docMk/>
            <pc:sldMk cId="2744140044" sldId="266"/>
            <ac:graphicFrameMk id="2" creationId="{CEED3620-612E-15F2-C019-6EB21F3FFFC1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1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3967904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1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3967904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pPr algn="r" defTabSz="890320" hangingPunct="0">
                <a:defRPr sz="14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776288"/>
            <a:ext cx="2654300" cy="38354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94512" y="4857182"/>
            <a:ext cx="6355729" cy="460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496958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1"/>
            <a:ext cx="361" cy="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7633" tIns="43813" rIns="87633" bIns="43813" anchor="t" anchorCtr="0" compatLnSpc="1">
            <a:noAutofit/>
          </a:bodyPr>
          <a:lstStyle/>
          <a:p>
            <a:pPr defTabSz="89032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pPr defTabSz="89032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700" kern="0">
              <a:solidFill>
                <a:srgbClr val="000000"/>
              </a:solidFill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1"/>
            <a:ext cx="361" cy="360"/>
          </a:xfrm>
        </p:spPr>
        <p:txBody>
          <a:bodyPr lIns="87633" tIns="43813" rIns="87633" bIns="4381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46363" y="776288"/>
            <a:ext cx="2652712" cy="383381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94512" y="4857182"/>
            <a:ext cx="6355729" cy="460171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D601B-3B2D-4DDA-E087-AE540A61A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2CDEDD32-D53E-4957-2E76-19D159CCF8AB}"/>
              </a:ext>
            </a:extLst>
          </p:cNvPr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8CFFC587-028E-3577-D018-80AAA8426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AEB2E06A-38EC-4C6C-041C-280D042DB2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00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04CA-5586-CEE4-607B-500AE8A12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9CB48797-1FDD-8BF1-85F2-29CE8D9114C2}"/>
              </a:ext>
            </a:extLst>
          </p:cNvPr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4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671311EF-83A9-CE3A-357C-3D8693C76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563CECBD-0194-AE9E-4E47-050A50A5B3B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43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E7F9-3CF0-9434-FEEC-6C844E890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>
            <a:extLst>
              <a:ext uri="{FF2B5EF4-FFF2-40B4-BE49-F238E27FC236}">
                <a16:creationId xmlns:a16="http://schemas.microsoft.com/office/drawing/2014/main" id="{3F76EB2D-4E6F-CC6A-CAAC-9A92164D54F7}"/>
              </a:ext>
            </a:extLst>
          </p:cNvPr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5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>
            <a:extLst>
              <a:ext uri="{FF2B5EF4-FFF2-40B4-BE49-F238E27FC236}">
                <a16:creationId xmlns:a16="http://schemas.microsoft.com/office/drawing/2014/main" id="{4132C7E5-931E-AB88-7BE4-41D79CF1E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>
            <a:extLst>
              <a:ext uri="{FF2B5EF4-FFF2-40B4-BE49-F238E27FC236}">
                <a16:creationId xmlns:a16="http://schemas.microsoft.com/office/drawing/2014/main" id="{5B9B6CA8-C4E0-814A-00BC-BC021B0BBB6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39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="b"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buNone/>
              <a:defRPr lang="ja-JP"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93CE35-E580-4471-8060-588EFCB256D8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26A43-ED0D-4D67-8DE0-C9D9309C96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6C050-1828-4FE1-B1EB-98C154F5341B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73A517-7AA9-4C65-8AA2-06D120136A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 anchor="b"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buNone/>
              <a:defRPr lang="ja-JP"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215ED8-49C6-4D48-AF78-EAAC79559115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C6F54-1720-437E-BABD-E0A6DCA10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471492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28D367-B648-4C0D-A0F4-22E7766A15BA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9D829-8C3B-4E66-9BA4-6DCC29811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180B1-3B4E-45A1-AD3F-603F9154C124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6DEB6-5233-4E66-8E21-73661F885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71C2C-DEB3-4413-A335-EAA165BCCB21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B29A1-FB1F-4B4B-B70F-EED9286406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3C720-797E-4E99-ADEF-CCBFED33C2B1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149132-DAC9-4BB7-885E-044EB772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9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ja-JP" sz="3200"/>
            </a:lvl1pPr>
            <a:lvl2pPr>
              <a:defRPr lang="ja-JP" sz="2800"/>
            </a:lvl2pPr>
            <a:lvl3pPr>
              <a:defRPr lang="ja-JP" sz="2400"/>
            </a:lvl3pPr>
            <a:lvl4pPr>
              <a:defRPr lang="ja-JP" sz="2000"/>
            </a:lvl4pPr>
            <a:lvl5pPr>
              <a:defRPr lang="ja-JP"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99031-8CC0-40B5-A795-DE44F9FD5177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E360D4-8126-4328-B4AE-D159ABB85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5CC29F-9D76-48EA-A0AE-043E10CC356F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E96A6-78AB-44B1-A2AE-808D512EFB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1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3B601-BD02-4462-9BFF-97B30CC945CD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4C8D40-B6B9-4ED1-A98B-2D1E16D92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08554" y="527051"/>
            <a:ext cx="1477963" cy="8394704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471492" y="527051"/>
            <a:ext cx="4284658" cy="8394704"/>
          </a:xfrm>
        </p:spPr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7F786E-C4F4-461E-B3FA-BA3DE8935D30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89EF69-ED22-447E-AE2B-257A0FC633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72D95B-4AE1-4ADE-8E5D-768E1B385CEA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78BC4-61A4-463A-B1FA-25293BEDEE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09B246-E284-407D-8125-86482BAECA3B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E61B13-C1A2-4497-99A1-ACF04C3691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86736E-D4B3-42F0-8A42-395EA671F3A9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23BD3-DFC8-4F78-B636-3F398C90CB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342900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DFD2FC-78D7-4126-A283-74017D7EB3E3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03EF18-2597-483E-8722-A4EC70081D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8B985A-88FA-455C-AFC4-54F2B7F1E16F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5B68B-7709-4382-830B-47039C85FB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5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BBA3CB-54FC-4ABE-AC03-EB89974706CB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15C7CD-A190-4F61-9D8F-D825220D1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3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28203-7BE1-4470-8F20-48182C366EE4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1EEEC-141E-4CAD-A4C2-C6D0995B0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9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5CD7BA-6E2F-4BBB-9478-9971AE9BD33B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C82623-33FB-49C0-95F0-0B1260D44C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8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1C9433-3207-4051-827F-E7575F1D6E7C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CC3B12-A59A-4844-B225-44A162334B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8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72050" y="1620838"/>
            <a:ext cx="1543050" cy="7234239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342900" y="1620838"/>
            <a:ext cx="4476746" cy="723423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381130-9D10-4CB3-BA2E-518E714FC769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77BE2D-1A5D-479F-8274-A04F8719C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71601" y="527398"/>
            <a:ext cx="5914796" cy="191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71601" y="2637001"/>
            <a:ext cx="5914796" cy="6284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28AF8303-8864-4208-9784-8C1668B9E5CD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23C39C2-909B-4B9F-8471-6D025BD3D5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2/20/2026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-306291" y="8426515"/>
            <a:ext cx="7164291" cy="2036880"/>
            <a:chOff x="597597" y="8333997"/>
            <a:chExt cx="7164291" cy="2036880"/>
          </a:xfrm>
        </p:grpSpPr>
        <p:grpSp>
          <p:nvGrpSpPr>
            <p:cNvPr id="8" name="Group 24"/>
            <p:cNvGrpSpPr/>
            <p:nvPr/>
          </p:nvGrpSpPr>
          <p:grpSpPr>
            <a:xfrm>
              <a:off x="1375489" y="8587103"/>
              <a:ext cx="5172961" cy="1209397"/>
              <a:chOff x="1375489" y="8587103"/>
              <a:chExt cx="5172961" cy="1209397"/>
            </a:xfrm>
          </p:grpSpPr>
          <p:pic>
            <p:nvPicPr>
              <p:cNvPr id="9" name="Picture 26"/>
              <p:cNvPicPr>
                <a:picLocks noChangeAspect="1"/>
              </p:cNvPicPr>
              <p:nvPr/>
            </p:nvPicPr>
            <p:blipFill>
              <a:blip r:embed="rId1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8642" y="8587104"/>
                <a:ext cx="2693524" cy="73512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27"/>
              <p:cNvPicPr>
                <a:picLocks noChangeAspect="1"/>
              </p:cNvPicPr>
              <p:nvPr/>
            </p:nvPicPr>
            <p:blipFill>
              <a:blip r:embed="rId1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9273432"/>
                <a:ext cx="2476798" cy="50472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2" name="Picture 29"/>
              <p:cNvPicPr>
                <a:picLocks noChangeAspect="1"/>
              </p:cNvPicPr>
              <p:nvPr/>
            </p:nvPicPr>
            <p:blipFill>
              <a:blip r:embed="rId1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8587103"/>
                <a:ext cx="2476798" cy="67899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3" name="Picture 30"/>
              <p:cNvPicPr>
                <a:picLocks noChangeAspect="1"/>
              </p:cNvPicPr>
              <p:nvPr userDrawn="1"/>
            </p:nvPicPr>
            <p:blipFill>
              <a:blip r:embed="rId16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75489" y="9285662"/>
                <a:ext cx="2706677" cy="51083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7" name="Isosceles Triangle 22"/>
            <p:cNvSpPr/>
            <p:nvPr/>
          </p:nvSpPr>
          <p:spPr>
            <a:xfrm rot="5400013">
              <a:off x="357" y="8931237"/>
              <a:ext cx="2036880" cy="8424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val -2147483647"/>
                <a:gd name="f9" fmla="val 2147483647"/>
                <a:gd name="f10" fmla="+- 0 0 0"/>
                <a:gd name="f11" fmla="*/ f4 1 21600"/>
                <a:gd name="f12" fmla="*/ f5 1 21600"/>
                <a:gd name="f13" fmla="+- f7 0 f6"/>
                <a:gd name="f14" fmla="pin 0 f0 21600"/>
                <a:gd name="f15" fmla="*/ f10 f1 1"/>
                <a:gd name="f16" fmla="val f14"/>
                <a:gd name="f17" fmla="*/ f13 1 21600"/>
                <a:gd name="f18" fmla="*/ f14 f11 1"/>
                <a:gd name="f19" fmla="*/ f15 1 f3"/>
                <a:gd name="f20" fmla="*/ f16 1 2"/>
                <a:gd name="f21" fmla="+- 21600 0 f16"/>
                <a:gd name="f22" fmla="*/ 18000 f17 1"/>
                <a:gd name="f23" fmla="*/ 10800 f17 1"/>
                <a:gd name="f24" fmla="*/ 0 f17 1"/>
                <a:gd name="f25" fmla="*/ 21600 f17 1"/>
                <a:gd name="f26" fmla="*/ f16 f11 1"/>
                <a:gd name="f27" fmla="+- f19 0 f2"/>
                <a:gd name="f28" fmla="+- f20 10800 0"/>
                <a:gd name="f29" fmla="*/ f21 1 2"/>
                <a:gd name="f30" fmla="*/ f24 1 f17"/>
                <a:gd name="f31" fmla="*/ f23 1 f17"/>
                <a:gd name="f32" fmla="*/ f25 1 f17"/>
                <a:gd name="f33" fmla="*/ f22 1 f17"/>
                <a:gd name="f34" fmla="*/ f20 f11 1"/>
                <a:gd name="f35" fmla="+- 21600 0 f29"/>
                <a:gd name="f36" fmla="*/ f30 f12 1"/>
                <a:gd name="f37" fmla="*/ f28 f11 1"/>
                <a:gd name="f38" fmla="*/ f33 f12 1"/>
                <a:gd name="f39" fmla="*/ f31 f12 1"/>
                <a:gd name="f40" fmla="*/ f30 f11 1"/>
                <a:gd name="f41" fmla="*/ f32 f12 1"/>
                <a:gd name="f42" fmla="*/ f31 f11 1"/>
                <a:gd name="f43" fmla="*/ f32 f11 1"/>
                <a:gd name="f44" fmla="*/ f35 f11 1"/>
              </a:gdLst>
              <a:ahLst>
                <a:ahXY gdRefX="f0" minX="f6" maxX="f7">
                  <a:pos x="f18" y="f36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26" y="f36"/>
                </a:cxn>
                <a:cxn ang="f27">
                  <a:pos x="f34" y="f39"/>
                </a:cxn>
                <a:cxn ang="f27">
                  <a:pos x="f40" y="f41"/>
                </a:cxn>
                <a:cxn ang="f27">
                  <a:pos x="f42" y="f41"/>
                </a:cxn>
                <a:cxn ang="f27">
                  <a:pos x="f43" y="f41"/>
                </a:cxn>
                <a:cxn ang="f27">
                  <a:pos x="f44" y="f39"/>
                </a:cxn>
              </a:cxnLst>
              <a:rect l="f34" t="f39" r="f37" b="f38"/>
              <a:pathLst>
                <a:path w="21600" h="21600">
                  <a:moveTo>
                    <a:pt x="f16" y="f6"/>
                  </a:moveTo>
                  <a:lnTo>
                    <a:pt x="f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126192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 userDrawn="1"/>
          </p:nvSpPr>
          <p:spPr>
            <a:xfrm flipH="1">
              <a:off x="6713816" y="9117501"/>
              <a:ext cx="1048072" cy="678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w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004" y="-118442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24123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496159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8" y="2013115"/>
            <a:ext cx="2556004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3" y="2003395"/>
            <a:ext cx="2757958" cy="1754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452518" y="6248881"/>
            <a:ext cx="5076721" cy="155267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1FD4C90D-DC34-48A2-87CF-5882399BEA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lum/>
            <a:alphaModFix/>
          </a:blip>
          <a:srcRect l="48320" t="2841"/>
          <a:stretch/>
        </p:blipFill>
        <p:spPr>
          <a:xfrm>
            <a:off x="5645911" y="9267186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5" name="Picture 26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18"/>
          <p:cNvSpPr/>
          <p:nvPr/>
        </p:nvSpPr>
        <p:spPr>
          <a:xfrm>
            <a:off x="247632" y="609474"/>
            <a:ext cx="3978362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Customer Executives</a:t>
            </a:r>
          </a:p>
        </p:txBody>
      </p:sp>
      <p:sp>
        <p:nvSpPr>
          <p:cNvPr id="7" name="Rectangle 21"/>
          <p:cNvSpPr/>
          <p:nvPr/>
        </p:nvSpPr>
        <p:spPr>
          <a:xfrm>
            <a:off x="326879" y="118619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315233" y="3263222"/>
            <a:ext cx="2052727" cy="96752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Team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libri Light" pitchFamily="18"/>
                <a:ea typeface="Microsoft YaHei" pitchFamily="2"/>
                <a:cs typeface="Calibri Light" pitchFamily="34"/>
              </a:rPr>
              <a:t>Pune</a:t>
            </a:r>
            <a:endParaRPr lang="en-US" sz="3600" b="0" i="0" u="none" strike="noStrike" kern="1200" cap="none" spc="0" baseline="0" dirty="0">
              <a:solidFill>
                <a:schemeClr val="accent5">
                  <a:lumMod val="75000"/>
                </a:schemeClr>
              </a:solidFill>
              <a:uFillTx/>
              <a:latin typeface="Calibri Light" pitchFamily="18"/>
              <a:ea typeface="Microsoft YaHei" pitchFamily="2"/>
              <a:cs typeface="Calibri Light" pitchFamily="34"/>
            </a:endParaRPr>
          </a:p>
        </p:txBody>
      </p:sp>
      <p:sp>
        <p:nvSpPr>
          <p:cNvPr id="10" name="Rectangle 16"/>
          <p:cNvSpPr/>
          <p:nvPr/>
        </p:nvSpPr>
        <p:spPr>
          <a:xfrm>
            <a:off x="228421" y="4230745"/>
            <a:ext cx="6544978" cy="245618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Milind Karve – Service Delivery Head &amp; VP,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ea typeface="Microsoft YaHei"/>
                <a:cs typeface="Mangal"/>
              </a:rPr>
              <a:t>Mr. Tetsuya Nakamura – Chief Digital Innovation Officer,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Arvind Kumar – Segment Head, Manufacturing,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</a:t>
            </a:r>
            <a:r>
              <a:rPr lang="en-US" sz="140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. Laxmikant Shaligram – Deputy Service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Delivery Head &amp; Industry Leader, MFG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Sagar Borgaonkar – Head of Presales &amp; Strategic Initiatives,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Santhosh Kumar Basavaraj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Benkipurada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– Client Partner, TCS Japan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Soumen Bag – Delivery Partner, MFG,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Ms. Nivedita Kulkarni – Early Engagement Solution Architect,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dirty="0">
                <a:latin typeface="Calibri" pitchFamily="18"/>
                <a:ea typeface="Microsoft YaHei" pitchFamily="2"/>
                <a:cs typeface="Mangal" pitchFamily="2"/>
              </a:rPr>
              <a:t>Mr. Avinash Muley– Lead, Customer Experience,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100" dirty="0">
              <a:solidFill>
                <a:srgbClr val="000000"/>
              </a:solidFill>
              <a:latin typeface="Calibri"/>
              <a:ea typeface="Microsoft YaHei"/>
              <a:cs typeface="Calibri"/>
            </a:endParaRPr>
          </a:p>
          <a:p>
            <a:pPr>
              <a:buClr>
                <a:srgbClr val="126192"/>
              </a:buCl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11" name="Rectangle 21"/>
          <p:cNvSpPr/>
          <p:nvPr/>
        </p:nvSpPr>
        <p:spPr>
          <a:xfrm>
            <a:off x="326879" y="3856115"/>
            <a:ext cx="2031476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F04936-9BE1-2616-C2B6-988C57CCF8E4}"/>
              </a:ext>
            </a:extLst>
          </p:cNvPr>
          <p:cNvSpPr/>
          <p:nvPr/>
        </p:nvSpPr>
        <p:spPr>
          <a:xfrm>
            <a:off x="247632" y="3439721"/>
            <a:ext cx="6544978" cy="140730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fontAlgn="t"/>
            <a:endParaRPr lang="en-US" sz="1400" kern="0">
              <a:solidFill>
                <a:srgbClr val="000000"/>
              </a:solidFill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723740FD-316F-0EE6-EBA4-181F746C9CF8}"/>
              </a:ext>
            </a:extLst>
          </p:cNvPr>
          <p:cNvSpPr/>
          <p:nvPr/>
        </p:nvSpPr>
        <p:spPr>
          <a:xfrm>
            <a:off x="228421" y="1370214"/>
            <a:ext cx="6544978" cy="2064796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r>
              <a:rPr lang="en-US" sz="1400" b="1" dirty="0"/>
              <a:t>Mr. Yoshihiro Hatano </a:t>
            </a:r>
            <a:r>
              <a:rPr lang="en-US" sz="1400" dirty="0"/>
              <a:t>: Senior Managing Executive Officer and CIO, Executive General Manager of Digital Innovation Partners, Executive General </a:t>
            </a:r>
            <a:r>
              <a:rPr lang="en-US" sz="1400" dirty="0" err="1"/>
              <a:t>Managerof</a:t>
            </a:r>
            <a:r>
              <a:rPr lang="en-US" sz="1400" dirty="0"/>
              <a:t> Operation Transformation</a:t>
            </a:r>
          </a:p>
          <a:p>
            <a:r>
              <a:rPr lang="en-US" sz="1400" b="1" dirty="0"/>
              <a:t>Mr. Tomohiro Fujii : </a:t>
            </a:r>
            <a:r>
              <a:rPr lang="en-US" sz="1400" dirty="0"/>
              <a:t>School Company System Solutions Division, GM of School Systems Management Department</a:t>
            </a:r>
          </a:p>
          <a:p>
            <a:r>
              <a:rPr lang="en-US" sz="1400" b="1" dirty="0"/>
              <a:t>Mr. Kenji </a:t>
            </a:r>
            <a:r>
              <a:rPr lang="en-US" sz="1400" b="1" dirty="0" err="1"/>
              <a:t>Naramura</a:t>
            </a:r>
            <a:r>
              <a:rPr lang="en-US" sz="1400" b="1" dirty="0"/>
              <a:t> : </a:t>
            </a:r>
            <a:r>
              <a:rPr lang="en-US" sz="1400" dirty="0"/>
              <a:t>School Company System Solutions Division, School Systems Management Department, Manager of School Systems Management Division</a:t>
            </a:r>
          </a:p>
          <a:p>
            <a:r>
              <a:rPr lang="en-US" sz="1400" b="1" dirty="0"/>
              <a:t>Ms. Marie Ashida : </a:t>
            </a:r>
            <a:r>
              <a:rPr lang="en-US" sz="1400" dirty="0"/>
              <a:t>GM of GTEC Global Business Development Department</a:t>
            </a:r>
          </a:p>
          <a:p>
            <a:pPr>
              <a:buClr>
                <a:srgbClr val="126192"/>
              </a:buCl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0" cap="none" spc="0" baseline="0" dirty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8FE64-44D7-2D16-0063-FDB4A407C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2B33BF45-D287-AA9A-07B0-96D96F88D00A}"/>
              </a:ext>
            </a:extLst>
          </p:cNvPr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F7E918C8-5759-2EE2-0DAF-C42B02F914B9}"/>
              </a:ext>
            </a:extLst>
          </p:cNvPr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B665C24C-4BD9-B4AD-9812-2826CE334221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D40E67DD-B20E-67A8-F5FD-C0D6F846CF01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20DA3EDC-3D3D-111C-9B71-1213E19D4F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FEC383-AC00-C58C-6966-DE6FEF092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065119"/>
              </p:ext>
            </p:extLst>
          </p:nvPr>
        </p:nvGraphicFramePr>
        <p:xfrm>
          <a:off x="141793" y="1064454"/>
          <a:ext cx="6586265" cy="5259916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2211800882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75410340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923040940"/>
                    </a:ext>
                  </a:extLst>
                </a:gridCol>
                <a:gridCol w="2379117">
                  <a:extLst>
                    <a:ext uri="{9D8B030D-6E8A-4147-A177-3AD203B41FA5}">
                      <a16:colId xmlns:a16="http://schemas.microsoft.com/office/drawing/2014/main" val="3678137587"/>
                    </a:ext>
                  </a:extLst>
                </a:gridCol>
                <a:gridCol w="1217083">
                  <a:extLst>
                    <a:ext uri="{9D8B030D-6E8A-4147-A177-3AD203B41FA5}">
                      <a16:colId xmlns:a16="http://schemas.microsoft.com/office/drawing/2014/main" val="1689589847"/>
                    </a:ext>
                  </a:extLst>
                </a:gridCol>
                <a:gridCol w="1197208">
                  <a:extLst>
                    <a:ext uri="{9D8B030D-6E8A-4147-A177-3AD203B41FA5}">
                      <a16:colId xmlns:a16="http://schemas.microsoft.com/office/drawing/2014/main" val="2441334833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- 1 [23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February 2026] -  Pune, Sahyadri Park, S2 Boardroom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08345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16621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659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Hotel to Office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TCS SP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65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09:40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0:10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Entry Formalities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Gate-2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32777"/>
                  </a:ext>
                </a:extLst>
              </a:tr>
              <a:tr h="30169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09:40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0:20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Welcome, Introduction and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Benesse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Expectation from India Visit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25860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Agenda &amp; Context Setting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Shali/Milind/Sagar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5786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10:50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0:35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JDC/JDM Overview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Sagar/Shali/Milind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423669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10:50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0:10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Break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5696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Outsourcing engagements for Japanese customer case studies (Japanese Trading &amp; Retail Floor walk)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S3, 2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 &amp; 1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Sunil Gaikwad, Sanjay Shinde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283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PRISM™ Experience Centre visit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Unmesh Ghate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0241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Hikari Academy Walkthrough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S3, 2F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Sagar/Nivedita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30440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Lunch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S2, 3</a:t>
                      </a:r>
                      <a:r>
                        <a:rPr lang="en-IN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rd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EDR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051743"/>
                  </a:ext>
                </a:extLst>
              </a:tr>
              <a:tr h="37646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15:20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1:20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Education BU overview, capabilities</a:t>
                      </a:r>
                      <a:b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Educational Publication &amp; content services overview, capabilities few customer case studies 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Sudipta Biswas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620081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5:20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0:10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Break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88370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for IT session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S2 2</a:t>
                      </a:r>
                      <a:r>
                        <a:rPr lang="en-US" sz="1000" b="0" i="0" u="none" strike="noStrike" kern="1200" baseline="30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nd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Floor, ECR-1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Prathamesh/Shali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298887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16:45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Travel to SP-2 Office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4293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Future of Education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SP2, TRDDC, CEC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Nitin </a:t>
                      </a:r>
                      <a:r>
                        <a:rPr 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Hanjankar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/ Divyesh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36705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17;45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Wrap-up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SP2, TRDDC, CEC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358913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18:15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19:30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1:15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Move to Dinner Hotel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JW Mariott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Pasha</a:t>
                      </a:r>
                      <a:endParaRPr lang="en-IN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357314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21:30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2:00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Dinner at </a:t>
                      </a: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JW Mariott, Pune, SB Road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JW Mariott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Pasha</a:t>
                      </a:r>
                      <a:endParaRPr lang="en-IN" sz="10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41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158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2EB0-C4D5-3952-E4F5-7C0EEDAD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20B3B595-1D36-96D1-4113-C64FA1383B85}"/>
              </a:ext>
            </a:extLst>
          </p:cNvPr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416869C0-7756-98B6-3161-1AE66BE11EB5}"/>
              </a:ext>
            </a:extLst>
          </p:cNvPr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A43B953C-A486-06E2-F6C4-95F33AFD9F78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915631C6-1D49-CD51-1409-C90712ADF8F2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EBC7125A-F155-B953-9AFE-A5D56D388B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A3ED720-1653-05E8-B3CB-408FCB01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55038"/>
              </p:ext>
            </p:extLst>
          </p:nvPr>
        </p:nvGraphicFramePr>
        <p:xfrm>
          <a:off x="141793" y="1064454"/>
          <a:ext cx="6586265" cy="3408807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2211800882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75410340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923040940"/>
                    </a:ext>
                  </a:extLst>
                </a:gridCol>
                <a:gridCol w="2717783">
                  <a:extLst>
                    <a:ext uri="{9D8B030D-6E8A-4147-A177-3AD203B41FA5}">
                      <a16:colId xmlns:a16="http://schemas.microsoft.com/office/drawing/2014/main" val="3678137587"/>
                    </a:ext>
                  </a:extLst>
                </a:gridCol>
                <a:gridCol w="1126067">
                  <a:extLst>
                    <a:ext uri="{9D8B030D-6E8A-4147-A177-3AD203B41FA5}">
                      <a16:colId xmlns:a16="http://schemas.microsoft.com/office/drawing/2014/main" val="1689589847"/>
                    </a:ext>
                  </a:extLst>
                </a:gridCol>
                <a:gridCol w="949558">
                  <a:extLst>
                    <a:ext uri="{9D8B030D-6E8A-4147-A177-3AD203B41FA5}">
                      <a16:colId xmlns:a16="http://schemas.microsoft.com/office/drawing/2014/main" val="2441334833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- 2 [24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February 2026] – Pune, Sahyadri Park, S2 Boardroom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08345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16621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659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9:00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Hotel to Office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TCS SP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653"/>
                  </a:ext>
                </a:extLst>
              </a:tr>
              <a:tr h="2682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09:30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ISM Session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S2, 2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Floor, ECR-1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Sachin Parkhi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32777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SAP Capability Session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S2, 2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Floor, ECR-1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Mahesh/ Meenakshi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753923"/>
                  </a:ext>
                </a:extLst>
              </a:tr>
              <a:tr h="23927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10:45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11:00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0:15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Break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S2, 2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Floor, ECR-1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All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460650"/>
                  </a:ext>
                </a:extLst>
              </a:tr>
              <a:tr h="2256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Education Platform, capabilities and Demo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S2, 2</a:t>
                      </a:r>
                      <a:r>
                        <a:rPr lang="en-US" sz="100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Floor, ECR-1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Shobhit / Viral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2832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12:30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0:30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Dutch Multinational Company Floor walk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S2, GF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Prateek /Gajanan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550808"/>
                  </a:ext>
                </a:extLst>
              </a:tr>
              <a:tr h="29365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13:00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14:00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Lunch + Wrap-up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A1 Poolside EDR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577591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14:00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15:30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1:30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Travel to Pune Airport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413589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17:50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19:45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1:55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 [6E6714] Departure from Pune to Chennai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10069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20:00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21:30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1:30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Arrive at Hotel/ Dinner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Taj Fisherman’s Cove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Bay View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621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212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A0B74-5329-E933-76E0-8FFDB7C6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>
            <a:extLst>
              <a:ext uri="{FF2B5EF4-FFF2-40B4-BE49-F238E27FC236}">
                <a16:creationId xmlns:a16="http://schemas.microsoft.com/office/drawing/2014/main" id="{DEBCB976-00C6-2094-F555-7B653681993D}"/>
              </a:ext>
            </a:extLst>
          </p:cNvPr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6B9DB37A-7FD0-585E-B792-DF394F6FBF4C}"/>
              </a:ext>
            </a:extLst>
          </p:cNvPr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>
            <a:extLst>
              <a:ext uri="{FF2B5EF4-FFF2-40B4-BE49-F238E27FC236}">
                <a16:creationId xmlns:a16="http://schemas.microsoft.com/office/drawing/2014/main" id="{F1658A7C-6948-73A6-45A5-08895A097F7D}"/>
              </a:ext>
            </a:extLst>
          </p:cNvPr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>
            <a:extLst>
              <a:ext uri="{FF2B5EF4-FFF2-40B4-BE49-F238E27FC236}">
                <a16:creationId xmlns:a16="http://schemas.microsoft.com/office/drawing/2014/main" id="{F2B837CF-7A6B-9788-65F4-F5C7B5697236}"/>
              </a:ext>
            </a:extLst>
          </p:cNvPr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9" name="Picture 26">
            <a:extLst>
              <a:ext uri="{FF2B5EF4-FFF2-40B4-BE49-F238E27FC236}">
                <a16:creationId xmlns:a16="http://schemas.microsoft.com/office/drawing/2014/main" id="{16CCC65D-574A-0259-9343-A4BC8DE419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ED3620-612E-15F2-C019-6EB21F3FFF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107738"/>
              </p:ext>
            </p:extLst>
          </p:nvPr>
        </p:nvGraphicFramePr>
        <p:xfrm>
          <a:off x="141793" y="1064454"/>
          <a:ext cx="6586265" cy="5071292"/>
        </p:xfrm>
        <a:graphic>
          <a:graphicData uri="http://schemas.openxmlformats.org/drawingml/2006/table">
            <a:tbl>
              <a:tblPr/>
              <a:tblGrid>
                <a:gridCol w="597619">
                  <a:extLst>
                    <a:ext uri="{9D8B030D-6E8A-4147-A177-3AD203B41FA5}">
                      <a16:colId xmlns:a16="http://schemas.microsoft.com/office/drawing/2014/main" val="2211800882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754103403"/>
                    </a:ext>
                  </a:extLst>
                </a:gridCol>
                <a:gridCol w="597619">
                  <a:extLst>
                    <a:ext uri="{9D8B030D-6E8A-4147-A177-3AD203B41FA5}">
                      <a16:colId xmlns:a16="http://schemas.microsoft.com/office/drawing/2014/main" val="3923040940"/>
                    </a:ext>
                  </a:extLst>
                </a:gridCol>
                <a:gridCol w="2379117">
                  <a:extLst>
                    <a:ext uri="{9D8B030D-6E8A-4147-A177-3AD203B41FA5}">
                      <a16:colId xmlns:a16="http://schemas.microsoft.com/office/drawing/2014/main" val="3678137587"/>
                    </a:ext>
                  </a:extLst>
                </a:gridCol>
                <a:gridCol w="1217083">
                  <a:extLst>
                    <a:ext uri="{9D8B030D-6E8A-4147-A177-3AD203B41FA5}">
                      <a16:colId xmlns:a16="http://schemas.microsoft.com/office/drawing/2014/main" val="1689589847"/>
                    </a:ext>
                  </a:extLst>
                </a:gridCol>
                <a:gridCol w="1197208">
                  <a:extLst>
                    <a:ext uri="{9D8B030D-6E8A-4147-A177-3AD203B41FA5}">
                      <a16:colId xmlns:a16="http://schemas.microsoft.com/office/drawing/2014/main" val="2441334833"/>
                    </a:ext>
                  </a:extLst>
                </a:gridCol>
              </a:tblGrid>
              <a:tr h="292708">
                <a:tc grid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Day - 3 [23</a:t>
                      </a:r>
                      <a:r>
                        <a:rPr lang="en-US" sz="1000" b="1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rd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February 2026] -  Chennai, TCS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Siruseri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 , A2 Boardroom, CCC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408345"/>
                  </a:ext>
                </a:extLst>
              </a:tr>
              <a:tr h="19142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Start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End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Duration (Hrs) 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Agenda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Location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Presenter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16621"/>
                  </a:ext>
                </a:extLst>
              </a:tr>
              <a:tr h="1914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 Time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26659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Pick up from hotel and travel to TCS Office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8765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Reception &amp; Security check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IN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ignature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Tower, CCC reception</a:t>
                      </a: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Shalem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32777"/>
                  </a:ext>
                </a:extLst>
              </a:tr>
              <a:tr h="30169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9.40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Welcome &amp; Introduction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A2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325860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Benesse visit expectation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A2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Benesse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75786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Agenda &amp; Context setting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A2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Santhosh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423669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Application Reliability Engineering (ARE) Capabilities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A2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5696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 Capabilities &amp; modernization Case studies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A2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Rajaram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82832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iON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Capabilities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A2 Boardroom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Mahadev/shoubit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302415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Lunch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CCC, Ground Floor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4304403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Japanese Major Airline Company Floor walk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Raji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051743"/>
                  </a:ext>
                </a:extLst>
              </a:tr>
              <a:tr h="25036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 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Center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Floor walk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Gopi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620081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Break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988370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Major Global Insurance &amp; Financial services Company Floor Walk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Sanjayan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298887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Wrap-up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42938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 to hotel near airport for dinner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SP2, TRDDC, CEC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67056"/>
                  </a:ext>
                </a:extLst>
              </a:tr>
              <a:tr h="19142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Dinner at ITC Grand Chola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SP2, TRDDC, CEC</a:t>
                      </a:r>
                      <a:endParaRPr lang="en-IN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ITC Grand Chola 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358913"/>
                  </a:ext>
                </a:extLst>
              </a:tr>
              <a:tr h="29351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Travel to airport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JW Mariott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834" marR="5834" marT="583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357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140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5601680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6">
            <a:extLst>
              <a:ext uri="{FF2B5EF4-FFF2-40B4-BE49-F238E27FC236}">
                <a16:creationId xmlns:a16="http://schemas.microsoft.com/office/drawing/2014/main" id="{83112E88-2C7F-441F-AA90-9AE34BE7939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C77780-A02C-44E8-A942-CF113F8CCED5}">
  <ds:schemaRefs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8226fdf-63bc-4a3c-8d93-a7b04695c00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9F201E5-5FF5-4B66-AD57-6A5A03668C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D6C9E87-3F41-4D9C-82B8-2F57DF7CD8EA}"/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32143</TotalTime>
  <Words>880</Words>
  <Application>Microsoft Office PowerPoint</Application>
  <PresentationFormat>A4 Paper (210x297 mm)</PresentationFormat>
  <Paragraphs>312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Microsoft YaHei</vt:lpstr>
      <vt:lpstr>游ゴシック</vt:lpstr>
      <vt:lpstr>Aptos Display</vt:lpstr>
      <vt:lpstr>Arial</vt:lpstr>
      <vt:lpstr>Calibri</vt:lpstr>
      <vt:lpstr>Calibri Light</vt:lpstr>
      <vt:lpstr>inherit</vt:lpstr>
      <vt:lpstr>StarSymbol</vt:lpstr>
      <vt:lpstr>Times New Roman</vt:lpstr>
      <vt:lpstr>Default</vt:lpstr>
      <vt:lpstr>Default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lastModifiedBy>Avinash Muley</cp:lastModifiedBy>
  <cp:revision>7</cp:revision>
  <cp:lastPrinted>2023-05-24T09:27:22Z</cp:lastPrinted>
  <dcterms:modified xsi:type="dcterms:W3CDTF">2026-02-20T13:59:58Z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</Properties>
</file>