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2"/>
  </p:notesMasterIdLst>
  <p:handoutMasterIdLst>
    <p:handoutMasterId r:id="rId13"/>
  </p:handoutMasterIdLst>
  <p:sldIdLst>
    <p:sldId id="256" r:id="rId6"/>
    <p:sldId id="257" r:id="rId7"/>
    <p:sldId id="262" r:id="rId8"/>
    <p:sldId id="264" r:id="rId9"/>
    <p:sldId id="265" r:id="rId10"/>
    <p:sldId id="261" r:id="rId11"/>
  </p:sldIdLst>
  <p:sldSz cx="6858000" cy="9906000" type="A4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04" autoAdjust="0"/>
  </p:normalViewPr>
  <p:slideViewPr>
    <p:cSldViewPr snapToGrid="0">
      <p:cViewPr>
        <p:scale>
          <a:sx n="100" d="100"/>
          <a:sy n="100" d="100"/>
        </p:scale>
        <p:origin x="1020" y="-1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nash Muley" userId="fc9611ef-b07b-4d86-9aa1-495c9ef29130" providerId="ADAL" clId="{8D098A0D-06BB-497A-BA80-F4A9947C811C}"/>
    <pc:docChg chg="undo custSel modSld">
      <pc:chgData name="Avinash Muley" userId="fc9611ef-b07b-4d86-9aa1-495c9ef29130" providerId="ADAL" clId="{8D098A0D-06BB-497A-BA80-F4A9947C811C}" dt="2025-11-24T20:14:21.327" v="4224" actId="20577"/>
      <pc:docMkLst>
        <pc:docMk/>
      </pc:docMkLst>
      <pc:sldChg chg="addSp modSp mod">
        <pc:chgData name="Avinash Muley" userId="fc9611ef-b07b-4d86-9aa1-495c9ef29130" providerId="ADAL" clId="{8D098A0D-06BB-497A-BA80-F4A9947C811C}" dt="2025-11-20T19:42:51.162" v="3907" actId="2710"/>
        <pc:sldMkLst>
          <pc:docMk/>
          <pc:sldMk cId="0" sldId="257"/>
        </pc:sldMkLst>
        <pc:spChg chg="add mod">
          <ac:chgData name="Avinash Muley" userId="fc9611ef-b07b-4d86-9aa1-495c9ef29130" providerId="ADAL" clId="{8D098A0D-06BB-497A-BA80-F4A9947C811C}" dt="2025-11-20T19:42:51.162" v="3907" actId="2710"/>
          <ac:spMkLst>
            <pc:docMk/>
            <pc:sldMk cId="0" sldId="257"/>
            <ac:spMk id="8" creationId="{7D38430B-65A6-6AA5-09C4-30B4D2C42486}"/>
          </ac:spMkLst>
        </pc:spChg>
        <pc:spChg chg="mod">
          <ac:chgData name="Avinash Muley" userId="fc9611ef-b07b-4d86-9aa1-495c9ef29130" providerId="ADAL" clId="{8D098A0D-06BB-497A-BA80-F4A9947C811C}" dt="2025-11-20T19:41:46.913" v="3902"/>
          <ac:spMkLst>
            <pc:docMk/>
            <pc:sldMk cId="0" sldId="257"/>
            <ac:spMk id="10" creationId="{00000000-0000-0000-0000-000000000000}"/>
          </ac:spMkLst>
        </pc:spChg>
      </pc:sldChg>
      <pc:sldChg chg="addSp modSp mod">
        <pc:chgData name="Avinash Muley" userId="fc9611ef-b07b-4d86-9aa1-495c9ef29130" providerId="ADAL" clId="{8D098A0D-06BB-497A-BA80-F4A9947C811C}" dt="2025-11-24T10:44:05.054" v="4217" actId="313"/>
        <pc:sldMkLst>
          <pc:docMk/>
          <pc:sldMk cId="1399351553" sldId="262"/>
        </pc:sldMkLst>
        <pc:graphicFrameChg chg="mod modGraphic">
          <ac:chgData name="Avinash Muley" userId="fc9611ef-b07b-4d86-9aa1-495c9ef29130" providerId="ADAL" clId="{8D098A0D-06BB-497A-BA80-F4A9947C811C}" dt="2025-11-24T10:44:05.054" v="4217" actId="313"/>
          <ac:graphicFrameMkLst>
            <pc:docMk/>
            <pc:sldMk cId="1399351553" sldId="262"/>
            <ac:graphicFrameMk id="2" creationId="{AB7A97C6-4302-77F9-07E8-A876184FB552}"/>
          </ac:graphicFrameMkLst>
        </pc:graphicFrameChg>
        <pc:graphicFrameChg chg="add mod modGraphic">
          <ac:chgData name="Avinash Muley" userId="fc9611ef-b07b-4d86-9aa1-495c9ef29130" providerId="ADAL" clId="{8D098A0D-06BB-497A-BA80-F4A9947C811C}" dt="2025-11-20T19:43:20.187" v="3924" actId="20577"/>
          <ac:graphicFrameMkLst>
            <pc:docMk/>
            <pc:sldMk cId="1399351553" sldId="262"/>
            <ac:graphicFrameMk id="7" creationId="{D79FC1AA-6175-7A7D-F74E-BB23B7637250}"/>
          </ac:graphicFrameMkLst>
        </pc:graphicFrameChg>
      </pc:sldChg>
      <pc:sldChg chg="modSp mod">
        <pc:chgData name="Avinash Muley" userId="fc9611ef-b07b-4d86-9aa1-495c9ef29130" providerId="ADAL" clId="{8D098A0D-06BB-497A-BA80-F4A9947C811C}" dt="2025-11-24T20:14:21.327" v="4224" actId="20577"/>
        <pc:sldMkLst>
          <pc:docMk/>
          <pc:sldMk cId="2065158917" sldId="264"/>
        </pc:sldMkLst>
        <pc:graphicFrameChg chg="mod modGraphic">
          <ac:chgData name="Avinash Muley" userId="fc9611ef-b07b-4d86-9aa1-495c9ef29130" providerId="ADAL" clId="{8D098A0D-06BB-497A-BA80-F4A9947C811C}" dt="2025-11-24T20:14:21.327" v="4224" actId="20577"/>
          <ac:graphicFrameMkLst>
            <pc:docMk/>
            <pc:sldMk cId="2065158917" sldId="264"/>
            <ac:graphicFrameMk id="2" creationId="{E1FEC383-AC00-C58C-6966-DE6FEF092B28}"/>
          </ac:graphicFrameMkLst>
        </pc:graphicFrameChg>
      </pc:sldChg>
      <pc:sldChg chg="modSp mod">
        <pc:chgData name="Avinash Muley" userId="fc9611ef-b07b-4d86-9aa1-495c9ef29130" providerId="ADAL" clId="{8D098A0D-06BB-497A-BA80-F4A9947C811C}" dt="2025-11-24T10:43:16.878" v="4208" actId="20577"/>
        <pc:sldMkLst>
          <pc:docMk/>
          <pc:sldMk cId="917212176" sldId="265"/>
        </pc:sldMkLst>
        <pc:graphicFrameChg chg="mod modGraphic">
          <ac:chgData name="Avinash Muley" userId="fc9611ef-b07b-4d86-9aa1-495c9ef29130" providerId="ADAL" clId="{8D098A0D-06BB-497A-BA80-F4A9947C811C}" dt="2025-11-24T10:43:16.878" v="4208" actId="20577"/>
          <ac:graphicFrameMkLst>
            <pc:docMk/>
            <pc:sldMk cId="917212176" sldId="265"/>
            <ac:graphicFrameMk id="2" creationId="{AA3ED720-1653-05E8-B3CB-408FCB016F6F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 txBox="1">
            <a:spLocks noGrp="1"/>
          </p:cNvSpPr>
          <p:nvPr>
            <p:ph type="hdr" sz="quarter"/>
          </p:nvPr>
        </p:nvSpPr>
        <p:spPr>
          <a:xfrm>
            <a:off x="1" y="0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t" anchorCtr="0" compatLnSpc="0">
            <a:noAutofit/>
          </a:bodyPr>
          <a:lstStyle/>
          <a:p>
            <a:pPr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quarter" idx="1"/>
          </p:nvPr>
        </p:nvSpPr>
        <p:spPr>
          <a:xfrm>
            <a:off x="3967904" y="0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t" anchorCtr="0" compatLnSpc="0">
            <a:noAutofit/>
          </a:bodyPr>
          <a:lstStyle/>
          <a:p>
            <a:pPr algn="r"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2"/>
          </p:nvPr>
        </p:nvSpPr>
        <p:spPr>
          <a:xfrm>
            <a:off x="1" y="8831583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b" anchorCtr="0" compatLnSpc="0">
            <a:noAutofit/>
          </a:bodyPr>
          <a:lstStyle/>
          <a:p>
            <a:pPr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3"/>
          </p:nvPr>
        </p:nvSpPr>
        <p:spPr>
          <a:xfrm>
            <a:off x="3967904" y="8831583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b" anchorCtr="0" compatLnSpc="0">
            <a:noAutofit/>
          </a:bodyPr>
          <a:lstStyle/>
          <a:p>
            <a:pPr algn="r"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80B4647-543A-42EE-B08C-A1295F26AD4B}" type="slidenum">
              <a:pPr algn="r" defTabSz="890320" hangingPunct="0">
                <a:defRPr sz="14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‹#›</a:t>
            </a:fld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728626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 idx="2"/>
          </p:nvPr>
        </p:nvSpPr>
        <p:spPr>
          <a:xfrm>
            <a:off x="2644775" y="776288"/>
            <a:ext cx="2654300" cy="38354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3"/>
          </p:nvPr>
        </p:nvSpPr>
        <p:spPr>
          <a:xfrm>
            <a:off x="794512" y="4857182"/>
            <a:ext cx="6355729" cy="46013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ヘッダー プレースホルダー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idx="1"/>
          </p:nvPr>
        </p:nvSpPr>
        <p:spPr>
          <a:xfrm>
            <a:off x="4496958" y="0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4"/>
          </p:nvPr>
        </p:nvSpPr>
        <p:spPr>
          <a:xfrm>
            <a:off x="0" y="9714737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5"/>
          </p:nvPr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CF56D0BC-BB14-4994-982F-3C776F1A1AA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3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uFillTx/>
        <a:latin typeface="Arial" pitchFamily="18"/>
        <a:ea typeface="Microsoft YaHei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 txBox="1"/>
          <p:nvPr/>
        </p:nvSpPr>
        <p:spPr>
          <a:xfrm>
            <a:off x="0" y="1"/>
            <a:ext cx="361" cy="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87633" tIns="43813" rIns="87633" bIns="43813" anchor="t" anchorCtr="0" compatLnSpc="1">
            <a:noAutofit/>
          </a:bodyPr>
          <a:lstStyle/>
          <a:p>
            <a:pPr defTabSz="89032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2F2CE5D-E268-4859-806B-862C4F2F9550}" type="slidenum">
              <a:pPr defTabSz="89032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lang="en-US" sz="1700" kern="0">
              <a:solidFill>
                <a:srgbClr val="000000"/>
              </a:solidFill>
              <a:latin typeface="游ゴシック"/>
            </a:endParaRPr>
          </a:p>
        </p:txBody>
      </p:sp>
      <p:sp>
        <p:nvSpPr>
          <p:cNvPr id="3" name="スライド番号プレースホルダー 6"/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DE1D93D-5EBD-4CA8-A9BF-20DC25B5D2B4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4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5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0" y="1"/>
            <a:ext cx="361" cy="360"/>
          </a:xfrm>
        </p:spPr>
        <p:txBody>
          <a:bodyPr lIns="87633" tIns="43813" rIns="87633" bIns="43813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/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67906E5-61F2-4E0C-90C5-935C974A0C7D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646363" y="776288"/>
            <a:ext cx="2652712" cy="3833812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/>
          <p:cNvSpPr txBox="1">
            <a:spLocks noGrp="1"/>
          </p:cNvSpPr>
          <p:nvPr>
            <p:ph type="body" sz="quarter" idx="1"/>
          </p:nvPr>
        </p:nvSpPr>
        <p:spPr>
          <a:xfrm>
            <a:off x="794512" y="4857182"/>
            <a:ext cx="6355729" cy="4601716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3EF70-701D-EB6F-58E0-317C6F695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>
            <a:extLst>
              <a:ext uri="{FF2B5EF4-FFF2-40B4-BE49-F238E27FC236}">
                <a16:creationId xmlns:a16="http://schemas.microsoft.com/office/drawing/2014/main" id="{DB86C81E-178B-D41B-7ED7-B97733ECE09D}"/>
              </a:ext>
            </a:extLst>
          </p:cNvPr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A228B15-BD4C-4B1F-9B80-B45A3E5F39F0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>
            <a:extLst>
              <a:ext uri="{FF2B5EF4-FFF2-40B4-BE49-F238E27FC236}">
                <a16:creationId xmlns:a16="http://schemas.microsoft.com/office/drawing/2014/main" id="{DDE1DED5-0A8A-ED61-EB8D-352B358FA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8700" y="706438"/>
            <a:ext cx="2411413" cy="3484562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>
            <a:extLst>
              <a:ext uri="{FF2B5EF4-FFF2-40B4-BE49-F238E27FC236}">
                <a16:creationId xmlns:a16="http://schemas.microsoft.com/office/drawing/2014/main" id="{50F6F715-6ECD-F3BB-D43B-2A91F9CB553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1040" y="4415788"/>
            <a:ext cx="5607956" cy="418337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430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D601B-3B2D-4DDA-E087-AE540A61A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>
            <a:extLst>
              <a:ext uri="{FF2B5EF4-FFF2-40B4-BE49-F238E27FC236}">
                <a16:creationId xmlns:a16="http://schemas.microsoft.com/office/drawing/2014/main" id="{2CDEDD32-D53E-4957-2E76-19D159CCF8AB}"/>
              </a:ext>
            </a:extLst>
          </p:cNvPr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A228B15-BD4C-4B1F-9B80-B45A3E5F39F0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4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>
            <a:extLst>
              <a:ext uri="{FF2B5EF4-FFF2-40B4-BE49-F238E27FC236}">
                <a16:creationId xmlns:a16="http://schemas.microsoft.com/office/drawing/2014/main" id="{8CFFC587-028E-3577-D018-80AAA8426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8700" y="706438"/>
            <a:ext cx="2411413" cy="3484562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>
            <a:extLst>
              <a:ext uri="{FF2B5EF4-FFF2-40B4-BE49-F238E27FC236}">
                <a16:creationId xmlns:a16="http://schemas.microsoft.com/office/drawing/2014/main" id="{AEB2E06A-38EC-4C6C-041C-280D042DB2A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1040" y="4415788"/>
            <a:ext cx="5607956" cy="418337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100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C04CA-5586-CEE4-607B-500AE8A12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>
            <a:extLst>
              <a:ext uri="{FF2B5EF4-FFF2-40B4-BE49-F238E27FC236}">
                <a16:creationId xmlns:a16="http://schemas.microsoft.com/office/drawing/2014/main" id="{9CB48797-1FDD-8BF1-85F2-29CE8D9114C2}"/>
              </a:ext>
            </a:extLst>
          </p:cNvPr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A228B15-BD4C-4B1F-9B80-B45A3E5F39F0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5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>
            <a:extLst>
              <a:ext uri="{FF2B5EF4-FFF2-40B4-BE49-F238E27FC236}">
                <a16:creationId xmlns:a16="http://schemas.microsoft.com/office/drawing/2014/main" id="{671311EF-83A9-CE3A-357C-3D8693C76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8700" y="706438"/>
            <a:ext cx="2411413" cy="3484562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>
            <a:extLst>
              <a:ext uri="{FF2B5EF4-FFF2-40B4-BE49-F238E27FC236}">
                <a16:creationId xmlns:a16="http://schemas.microsoft.com/office/drawing/2014/main" id="{563CECBD-0194-AE9E-4E47-050A50A5B3B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1040" y="4415788"/>
            <a:ext cx="5607956" cy="418337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43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ctrTitle"/>
          </p:nvPr>
        </p:nvSpPr>
        <p:spPr>
          <a:xfrm>
            <a:off x="857250" y="1620838"/>
            <a:ext cx="5143499" cy="3449638"/>
          </a:xfrm>
        </p:spPr>
        <p:txBody>
          <a:bodyPr anchor="b" anchorCtr="1"/>
          <a:lstStyle>
            <a:lvl1pPr algn="ctr"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サブタイトル 2"/>
          <p:cNvSpPr txBox="1">
            <a:spLocks noGrp="1"/>
          </p:cNvSpPr>
          <p:nvPr>
            <p:ph type="subTitle" idx="1"/>
          </p:nvPr>
        </p:nvSpPr>
        <p:spPr>
          <a:xfrm>
            <a:off x="857250" y="5202241"/>
            <a:ext cx="5143499" cy="2392363"/>
          </a:xfrm>
        </p:spPr>
        <p:txBody>
          <a:bodyPr anchorCtr="1"/>
          <a:lstStyle>
            <a:lvl1pPr algn="ctr">
              <a:buNone/>
              <a:defRPr lang="ja-JP" sz="2400"/>
            </a:lvl1pPr>
          </a:lstStyle>
          <a:p>
            <a:pPr lvl="0"/>
            <a:r>
              <a:rPr lang="ja-JP"/>
              <a:t>マスター サブタイトルの書式設定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93CE35-E580-4471-8060-588EFCB256D8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5E26A43-ED0D-4D67-8DE0-C9D9309C96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29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486C050-1828-4FE1-B1EB-98C154F5341B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73A517-7AA9-4C65-8AA2-06D120136AE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3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68309" y="2470151"/>
            <a:ext cx="5915025" cy="4119564"/>
          </a:xfrm>
        </p:spPr>
        <p:txBody>
          <a:bodyPr anchor="b"/>
          <a:lstStyle>
            <a:lvl1pPr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68309" y="6629400"/>
            <a:ext cx="5915025" cy="2166935"/>
          </a:xfrm>
        </p:spPr>
        <p:txBody>
          <a:bodyPr/>
          <a:lstStyle>
            <a:lvl1pPr>
              <a:buNone/>
              <a:defRPr lang="ja-JP"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D215ED8-49C6-4D48-AF78-EAAC79559115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3C6F54-1720-437E-BABD-E0A6DCA10F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471492" y="2636836"/>
            <a:ext cx="2881310" cy="6284908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3505196" y="2636836"/>
            <a:ext cx="2881310" cy="6284908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28D367-B648-4C0D-A0F4-22E7766A15BA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39D829-8C3B-4E66-9BA4-6DCC29811F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87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527051"/>
            <a:ext cx="5915025" cy="1914525"/>
          </a:xfrm>
        </p:spPr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73073" y="2428874"/>
            <a:ext cx="2900367" cy="1189040"/>
          </a:xfrm>
        </p:spPr>
        <p:txBody>
          <a:bodyPr anchor="b"/>
          <a:lstStyle>
            <a:lvl1pPr>
              <a:buNone/>
              <a:defRPr lang="ja-JP"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473073" y="3617915"/>
            <a:ext cx="2900367" cy="5322886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テキスト プレースホルダー 4"/>
          <p:cNvSpPr txBox="1">
            <a:spLocks noGrp="1"/>
          </p:cNvSpPr>
          <p:nvPr>
            <p:ph type="body" idx="3"/>
          </p:nvPr>
        </p:nvSpPr>
        <p:spPr>
          <a:xfrm>
            <a:off x="3471867" y="2428874"/>
            <a:ext cx="2916241" cy="1189040"/>
          </a:xfrm>
        </p:spPr>
        <p:txBody>
          <a:bodyPr anchor="b"/>
          <a:lstStyle>
            <a:lvl1pPr>
              <a:buNone/>
              <a:defRPr lang="ja-JP"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6" name="コンテンツ プレースホルダー 5"/>
          <p:cNvSpPr txBox="1">
            <a:spLocks noGrp="1"/>
          </p:cNvSpPr>
          <p:nvPr>
            <p:ph idx="4"/>
          </p:nvPr>
        </p:nvSpPr>
        <p:spPr>
          <a:xfrm>
            <a:off x="3471867" y="3617915"/>
            <a:ext cx="2916241" cy="5322886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7" name="日付プレースホルダー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F9180B1-3B4E-45A1-AD3F-603F9154C124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8" name="フッター プレースホルダー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スライド番号プレースホルダー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E6DEB6-5233-4E66-8E21-73661F885A2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38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D71C2C-DEB3-4413-A335-EAA165BCCB21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CFB29A1-FB1F-4B4B-B70F-EED9286406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30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A3C720-797E-4E99-ADEF-CCBFED33C2B1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3" name="フッター プレースホルダー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スライド番号プレースホルダー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8149132-DAC9-4BB7-885E-044EB7727B9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391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 anchor="b"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defRPr lang="ja-JP" sz="3200"/>
            </a:lvl1pPr>
            <a:lvl2pPr>
              <a:defRPr lang="ja-JP" sz="2800"/>
            </a:lvl2pPr>
            <a:lvl3pPr>
              <a:defRPr lang="ja-JP" sz="2400"/>
            </a:lvl3pPr>
            <a:lvl4pPr>
              <a:defRPr lang="ja-JP" sz="2000"/>
            </a:lvl4pPr>
            <a:lvl5pPr>
              <a:defRPr lang="ja-JP" sz="2000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buNone/>
              <a:defRPr lang="ja-JP"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F99031-8CC0-40B5-A795-DE44F9FD5177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EE360D4-8126-4328-B4AE-D159ABB85E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0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 anchor="b"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図プレースホルダー 2"/>
          <p:cNvSpPr txBox="1">
            <a:spLocks noGrp="1"/>
          </p:cNvSpPr>
          <p:nvPr>
            <p:ph type="pic"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buNone/>
              <a:defRPr lang="ja-JP"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85CC29F-9D76-48EA-A0AE-043E10CC356F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7E96A6-78AB-44B1-A2AE-808D512EFB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18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5F3B601-BD02-4462-9BFF-97B30CC945CD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34C8D40-B6B9-4ED1-A98B-2D1E16D927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0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 txBox="1">
            <a:spLocks noGrp="1"/>
          </p:cNvSpPr>
          <p:nvPr>
            <p:ph type="title" orient="vert"/>
          </p:nvPr>
        </p:nvSpPr>
        <p:spPr>
          <a:xfrm>
            <a:off x="4908554" y="527051"/>
            <a:ext cx="1477963" cy="8394704"/>
          </a:xfrm>
        </p:spPr>
        <p:txBody>
          <a:bodyPr vert="eaVert"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>
          <a:xfrm>
            <a:off x="471492" y="527051"/>
            <a:ext cx="4284658" cy="8394704"/>
          </a:xfrm>
        </p:spPr>
        <p:txBody>
          <a:bodyPr vert="eaVert"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F7F786E-C4F4-461E-B3FA-BA3DE8935D30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F89EF69-ED22-447E-AE2B-257A0FC6335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42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ctrTitle"/>
          </p:nvPr>
        </p:nvSpPr>
        <p:spPr>
          <a:xfrm>
            <a:off x="857250" y="1620838"/>
            <a:ext cx="5143499" cy="3449638"/>
          </a:xfrm>
        </p:spPr>
        <p:txBody>
          <a:bodyPr anchorCtr="1"/>
          <a:lstStyle>
            <a:lvl1pPr algn="ctr"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サブタイトル 2"/>
          <p:cNvSpPr txBox="1">
            <a:spLocks noGrp="1"/>
          </p:cNvSpPr>
          <p:nvPr>
            <p:ph type="subTitle" idx="1"/>
          </p:nvPr>
        </p:nvSpPr>
        <p:spPr>
          <a:xfrm>
            <a:off x="857250" y="5202241"/>
            <a:ext cx="5143499" cy="2392363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ja-JP"/>
              <a:t>マスター サブタイトルの書式設定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72D95B-4AE1-4ADE-8E5D-768E1B385CEA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678BC4-61A4-463A-B1FA-25293BEDEEB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7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609B246-E284-407D-8125-86482BAECA3B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E61B13-C1A2-4497-99A1-ACF04C3691E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73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68309" y="2470151"/>
            <a:ext cx="5915025" cy="4119564"/>
          </a:xfrm>
        </p:spPr>
        <p:txBody>
          <a:bodyPr/>
          <a:lstStyle>
            <a:lvl1pPr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68309" y="6629400"/>
            <a:ext cx="5915025" cy="216693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86736E-D4B3-42F0-8A42-395EA671F3A9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E23BD3-DFC8-4F78-B636-3F398C90CB5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87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342900" y="2317747"/>
            <a:ext cx="3009903" cy="653732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3505196" y="2317747"/>
            <a:ext cx="3009903" cy="653732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DFD2FC-78D7-4126-A283-74017D7EB3E3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603EF18-2597-483E-8722-A4EC70081D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78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527051"/>
            <a:ext cx="5915025" cy="1914525"/>
          </a:xfrm>
        </p:spPr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73073" y="2428874"/>
            <a:ext cx="2900367" cy="1189040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473073" y="3617915"/>
            <a:ext cx="2900367" cy="532288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テキスト プレースホルダー 4"/>
          <p:cNvSpPr txBox="1">
            <a:spLocks noGrp="1"/>
          </p:cNvSpPr>
          <p:nvPr>
            <p:ph type="body" idx="3"/>
          </p:nvPr>
        </p:nvSpPr>
        <p:spPr>
          <a:xfrm>
            <a:off x="3471867" y="2428874"/>
            <a:ext cx="2916241" cy="1189040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6" name="コンテンツ プレースホルダー 5"/>
          <p:cNvSpPr txBox="1">
            <a:spLocks noGrp="1"/>
          </p:cNvSpPr>
          <p:nvPr>
            <p:ph idx="4"/>
          </p:nvPr>
        </p:nvSpPr>
        <p:spPr>
          <a:xfrm>
            <a:off x="3471867" y="3617915"/>
            <a:ext cx="2916241" cy="532288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7" name="日付プレースホルダー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28B985A-88FA-455C-AFC4-54F2B7F1E16F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8" name="フッター プレースホルダー 7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スライド番号プレースホルダー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D5B68B-7709-4382-830B-47039C85FB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51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BBA3CB-54FC-4ABE-AC03-EB89974706CB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F15C7CD-A190-4F61-9D8F-D825220D128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38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FB9E615-CE7C-4DAE-9E81-48E1AF900072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3" name="フッター プレースホルダー 2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スライド番号プレースホルダー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161D567-45FA-4FB1-8AEE-63444C9BF4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4133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C28203-7BE1-4470-8F20-48182C366EE4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B91EEEC-141E-4CAD-A4C2-C6D0995B006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19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図プレースホルダー 2"/>
          <p:cNvSpPr txBox="1">
            <a:spLocks noGrp="1"/>
          </p:cNvSpPr>
          <p:nvPr>
            <p:ph type="pic"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defRPr lang="en-US" sz="3200"/>
            </a:lvl1pPr>
          </a:lstStyle>
          <a:p>
            <a:pPr lvl="0"/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5CD7BA-6E2F-4BBB-9478-9971AE9BD33B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C82623-33FB-49C0-95F0-0B1260D44C5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68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1C9433-3207-4051-827F-E7575F1D6E7C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6CC3B12-A59A-4844-B225-44A162334B1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081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 txBox="1">
            <a:spLocks noGrp="1"/>
          </p:cNvSpPr>
          <p:nvPr>
            <p:ph type="title" orient="vert"/>
          </p:nvPr>
        </p:nvSpPr>
        <p:spPr>
          <a:xfrm>
            <a:off x="4972050" y="1620838"/>
            <a:ext cx="1543050" cy="7234239"/>
          </a:xfrm>
        </p:spPr>
        <p:txBody>
          <a:bodyPr vert="eaVert"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>
          <a:xfrm>
            <a:off x="342900" y="1620838"/>
            <a:ext cx="4476746" cy="723423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A381130-9D10-4CB3-BA2E-518E714FC769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177BE2D-1A5D-479F-8274-A04F8719C0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99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471601" y="527398"/>
            <a:ext cx="5914796" cy="191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lvl="0"/>
            <a:r>
              <a:rPr lang="en-US"/>
              <a:t>Click to edit the title text formatClick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71601" y="2637001"/>
            <a:ext cx="5914796" cy="628488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  <a:p>
            <a:pPr lvl="7"/>
            <a:r>
              <a:rPr lang="en-US"/>
              <a:t>Eighth Outline Level</a:t>
            </a:r>
          </a:p>
          <a:p>
            <a:pPr lvl="0"/>
            <a:r>
              <a:rPr lang="en-US"/>
              <a:t>Ninth Outline LevelEdit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471601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28AF8303-8864-4208-9784-8C1668B9E5CD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4843439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D23C39C2-909B-4B9F-8471-6D025BD3D5EA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0" i="0" u="none" strike="noStrike" kern="1200" cap="none" spc="0" baseline="0">
          <a:solidFill>
            <a:srgbClr val="000000"/>
          </a:solidFill>
          <a:uFillTx/>
          <a:latin typeface="Calibri Light" pitchFamily="18"/>
          <a:ea typeface="Microsoft YaHei" pitchFamily="2"/>
          <a:cs typeface="Mangal" pitchFamily="2"/>
        </a:defRPr>
      </a:lvl1pPr>
    </p:titleStyle>
    <p:body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1pPr>
      <a:lvl2pPr marL="0" marR="0" lvl="1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75000"/>
        <a:buFont typeface="StarSymbol"/>
        <a:buChar char="–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2pPr>
      <a:lvl3pPr marL="0" marR="0" lvl="2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3pPr>
      <a:lvl4pPr marL="0" marR="0" lvl="3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75000"/>
        <a:buFont typeface="StarSymbol"/>
        <a:buChar char="–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4pPr>
      <a:lvl5pPr marL="0" marR="0" lvl="4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5pPr>
      <a:lvl6pPr marL="0" marR="0" lvl="5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6pPr>
      <a:lvl7pPr marL="0" marR="0" lvl="6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7pPr>
      <a:lvl8pPr marL="0" marR="0" lvl="7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8pPr>
      <a:lvl9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514441" y="1621075"/>
            <a:ext cx="5829117" cy="34484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b" anchorCtr="0" compatLnSpc="1">
            <a:noAutofit/>
          </a:bodyPr>
          <a:lstStyle/>
          <a:p>
            <a:pPr lvl="0"/>
            <a:r>
              <a:rPr lang="en-US"/>
              <a:t>Click to edit the title text formatClick to edit Master title style</a:t>
            </a:r>
          </a:p>
        </p:txBody>
      </p:sp>
      <p:sp>
        <p:nvSpPr>
          <p:cNvPr id="3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471601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8FEAD0AE-81C8-4713-B32C-14C71D43FCE4}" type="datetime1">
              <a:rPr lang="en-US"/>
              <a:pPr lvl="0"/>
              <a:t>11/21/2025</a:t>
            </a:fld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4843439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C415F3F5-8773-46C8-BB8A-B5CE82D7D809}" type="slidenum">
              <a:t>‹#›</a:t>
            </a:fld>
            <a:endParaRPr lang="en-US"/>
          </a:p>
        </p:txBody>
      </p:sp>
      <p:grpSp>
        <p:nvGrpSpPr>
          <p:cNvPr id="6" name="Group 19"/>
          <p:cNvGrpSpPr/>
          <p:nvPr userDrawn="1"/>
        </p:nvGrpSpPr>
        <p:grpSpPr>
          <a:xfrm>
            <a:off x="-306291" y="8426515"/>
            <a:ext cx="7164291" cy="2036880"/>
            <a:chOff x="597597" y="8333997"/>
            <a:chExt cx="7164291" cy="2036880"/>
          </a:xfrm>
        </p:grpSpPr>
        <p:grpSp>
          <p:nvGrpSpPr>
            <p:cNvPr id="8" name="Group 24"/>
            <p:cNvGrpSpPr/>
            <p:nvPr/>
          </p:nvGrpSpPr>
          <p:grpSpPr>
            <a:xfrm>
              <a:off x="1375489" y="8587103"/>
              <a:ext cx="5172961" cy="1209397"/>
              <a:chOff x="1375489" y="8587103"/>
              <a:chExt cx="5172961" cy="1209397"/>
            </a:xfrm>
          </p:grpSpPr>
          <p:pic>
            <p:nvPicPr>
              <p:cNvPr id="9" name="Picture 26"/>
              <p:cNvPicPr>
                <a:picLocks noChangeAspect="1"/>
              </p:cNvPicPr>
              <p:nvPr/>
            </p:nvPicPr>
            <p:blipFill>
              <a:blip r:embed="rId13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1388642" y="8587104"/>
                <a:ext cx="2693524" cy="735122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0" name="Picture 27"/>
              <p:cNvPicPr>
                <a:picLocks noChangeAspect="1"/>
              </p:cNvPicPr>
              <p:nvPr/>
            </p:nvPicPr>
            <p:blipFill>
              <a:blip r:embed="rId14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4071652" y="9273432"/>
                <a:ext cx="2476798" cy="504721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2" name="Picture 29"/>
              <p:cNvPicPr>
                <a:picLocks noChangeAspect="1"/>
              </p:cNvPicPr>
              <p:nvPr/>
            </p:nvPicPr>
            <p:blipFill>
              <a:blip r:embed="rId15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4071652" y="8587103"/>
                <a:ext cx="2476798" cy="678999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3" name="Picture 30"/>
              <p:cNvPicPr>
                <a:picLocks noChangeAspect="1"/>
              </p:cNvPicPr>
              <p:nvPr userDrawn="1"/>
            </p:nvPicPr>
            <p:blipFill>
              <a:blip r:embed="rId16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1375489" y="9285662"/>
                <a:ext cx="2706677" cy="510838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sp>
          <p:nvSpPr>
            <p:cNvPr id="17" name="Isosceles Triangle 22"/>
            <p:cNvSpPr/>
            <p:nvPr/>
          </p:nvSpPr>
          <p:spPr>
            <a:xfrm rot="5400013">
              <a:off x="357" y="8931237"/>
              <a:ext cx="2036880" cy="8424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0"/>
                <a:gd name="f7" fmla="val 21600"/>
                <a:gd name="f8" fmla="val -2147483647"/>
                <a:gd name="f9" fmla="val 2147483647"/>
                <a:gd name="f10" fmla="+- 0 0 0"/>
                <a:gd name="f11" fmla="*/ f4 1 21600"/>
                <a:gd name="f12" fmla="*/ f5 1 21600"/>
                <a:gd name="f13" fmla="+- f7 0 f6"/>
                <a:gd name="f14" fmla="pin 0 f0 21600"/>
                <a:gd name="f15" fmla="*/ f10 f1 1"/>
                <a:gd name="f16" fmla="val f14"/>
                <a:gd name="f17" fmla="*/ f13 1 21600"/>
                <a:gd name="f18" fmla="*/ f14 f11 1"/>
                <a:gd name="f19" fmla="*/ f15 1 f3"/>
                <a:gd name="f20" fmla="*/ f16 1 2"/>
                <a:gd name="f21" fmla="+- 21600 0 f16"/>
                <a:gd name="f22" fmla="*/ 18000 f17 1"/>
                <a:gd name="f23" fmla="*/ 10800 f17 1"/>
                <a:gd name="f24" fmla="*/ 0 f17 1"/>
                <a:gd name="f25" fmla="*/ 21600 f17 1"/>
                <a:gd name="f26" fmla="*/ f16 f11 1"/>
                <a:gd name="f27" fmla="+- f19 0 f2"/>
                <a:gd name="f28" fmla="+- f20 10800 0"/>
                <a:gd name="f29" fmla="*/ f21 1 2"/>
                <a:gd name="f30" fmla="*/ f24 1 f17"/>
                <a:gd name="f31" fmla="*/ f23 1 f17"/>
                <a:gd name="f32" fmla="*/ f25 1 f17"/>
                <a:gd name="f33" fmla="*/ f22 1 f17"/>
                <a:gd name="f34" fmla="*/ f20 f11 1"/>
                <a:gd name="f35" fmla="+- 21600 0 f29"/>
                <a:gd name="f36" fmla="*/ f30 f12 1"/>
                <a:gd name="f37" fmla="*/ f28 f11 1"/>
                <a:gd name="f38" fmla="*/ f33 f12 1"/>
                <a:gd name="f39" fmla="*/ f31 f12 1"/>
                <a:gd name="f40" fmla="*/ f30 f11 1"/>
                <a:gd name="f41" fmla="*/ f32 f12 1"/>
                <a:gd name="f42" fmla="*/ f31 f11 1"/>
                <a:gd name="f43" fmla="*/ f32 f11 1"/>
                <a:gd name="f44" fmla="*/ f35 f11 1"/>
              </a:gdLst>
              <a:ahLst>
                <a:ahXY gdRefX="f0" minX="f6" maxX="f7">
                  <a:pos x="f18" y="f36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26" y="f36"/>
                </a:cxn>
                <a:cxn ang="f27">
                  <a:pos x="f34" y="f39"/>
                </a:cxn>
                <a:cxn ang="f27">
                  <a:pos x="f40" y="f41"/>
                </a:cxn>
                <a:cxn ang="f27">
                  <a:pos x="f42" y="f41"/>
                </a:cxn>
                <a:cxn ang="f27">
                  <a:pos x="f43" y="f41"/>
                </a:cxn>
                <a:cxn ang="f27">
                  <a:pos x="f44" y="f39"/>
                </a:cxn>
              </a:cxnLst>
              <a:rect l="f34" t="f39" r="f37" b="f38"/>
              <a:pathLst>
                <a:path w="21600" h="21600">
                  <a:moveTo>
                    <a:pt x="f16" y="f6"/>
                  </a:moveTo>
                  <a:lnTo>
                    <a:pt x="f7" y="f7"/>
                  </a:lnTo>
                  <a:lnTo>
                    <a:pt x="f6" y="f7"/>
                  </a:lnTo>
                  <a:close/>
                </a:path>
              </a:pathLst>
            </a:custGeom>
            <a:solidFill>
              <a:srgbClr val="126192"/>
            </a:solidFill>
            <a:ln cap="flat">
              <a:noFill/>
              <a:prstDash val="solid"/>
            </a:ln>
          </p:spPr>
          <p:txBody>
            <a:bodyPr vert="horz" wrap="square" lIns="90004" tIns="44997" rIns="90004" bIns="44997" anchor="ctr" anchorCtr="0" compatLnSpc="0">
              <a:no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Microsoft YaHei" pitchFamily="2"/>
                <a:cs typeface="Mangal" pitchFamily="2"/>
              </a:endParaRPr>
            </a:p>
          </p:txBody>
        </p:sp>
        <p:sp>
          <p:nvSpPr>
            <p:cNvPr id="18" name="Right Triangle 23"/>
            <p:cNvSpPr/>
            <p:nvPr userDrawn="1"/>
          </p:nvSpPr>
          <p:spPr>
            <a:xfrm flipH="1">
              <a:off x="6713816" y="9117501"/>
              <a:ext cx="1048072" cy="67899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1600"/>
                <a:gd name="f7" fmla="+- 0 0 0"/>
                <a:gd name="f8" fmla="*/ f3 1 21600"/>
                <a:gd name="f9" fmla="*/ f4 1 21600"/>
                <a:gd name="f10" fmla="+- f6 0 f5"/>
                <a:gd name="f11" fmla="*/ f7 f0 1"/>
                <a:gd name="f12" fmla="*/ f10 1 21600"/>
                <a:gd name="f13" fmla="*/ f11 1 f2"/>
                <a:gd name="f14" fmla="*/ 1900 f12 1"/>
                <a:gd name="f15" fmla="*/ 12700 f12 1"/>
                <a:gd name="f16" fmla="*/ 19700 f12 1"/>
                <a:gd name="f17" fmla="*/ 0 f12 1"/>
                <a:gd name="f18" fmla="*/ 10800 f12 1"/>
                <a:gd name="f19" fmla="*/ 21600 f12 1"/>
                <a:gd name="f20" fmla="+- f13 0 f1"/>
                <a:gd name="f21" fmla="*/ f17 1 f12"/>
                <a:gd name="f22" fmla="*/ f18 1 f12"/>
                <a:gd name="f23" fmla="*/ f19 1 f12"/>
                <a:gd name="f24" fmla="*/ f14 1 f12"/>
                <a:gd name="f25" fmla="*/ f15 1 f12"/>
                <a:gd name="f26" fmla="*/ f16 1 f12"/>
                <a:gd name="f27" fmla="*/ f24 f8 1"/>
                <a:gd name="f28" fmla="*/ f25 f8 1"/>
                <a:gd name="f29" fmla="*/ f26 f9 1"/>
                <a:gd name="f30" fmla="*/ f25 f9 1"/>
                <a:gd name="f31" fmla="*/ f21 f8 1"/>
                <a:gd name="f32" fmla="*/ f21 f9 1"/>
                <a:gd name="f33" fmla="*/ f22 f9 1"/>
                <a:gd name="f34" fmla="*/ f23 f9 1"/>
                <a:gd name="f35" fmla="*/ f22 f8 1"/>
                <a:gd name="f36" fmla="*/ f23 f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0">
                  <a:pos x="f31" y="f32"/>
                </a:cxn>
                <a:cxn ang="f20">
                  <a:pos x="f31" y="f33"/>
                </a:cxn>
                <a:cxn ang="f20">
                  <a:pos x="f31" y="f34"/>
                </a:cxn>
                <a:cxn ang="f20">
                  <a:pos x="f35" y="f34"/>
                </a:cxn>
                <a:cxn ang="f20">
                  <a:pos x="f36" y="f34"/>
                </a:cxn>
                <a:cxn ang="f20">
                  <a:pos x="f35" y="f33"/>
                </a:cxn>
              </a:cxnLst>
              <a:rect l="f27" t="f30" r="f28" b="f29"/>
              <a:pathLst>
                <a:path w="21600" h="21600">
                  <a:moveTo>
                    <a:pt x="f5" y="f5"/>
                  </a:moveTo>
                  <a:lnTo>
                    <a:pt x="f6" y="f6"/>
                  </a:ln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78E80"/>
            </a:solidFill>
            <a:ln cap="flat">
              <a:noFill/>
              <a:prstDash val="solid"/>
            </a:ln>
          </p:spPr>
          <p:txBody>
            <a:bodyPr vert="horz" wrap="square" lIns="90004" tIns="44997" rIns="90004" bIns="44997" anchor="ctr" anchorCtr="0" compatLnSpc="0">
              <a:no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Microsoft YaHei" pitchFamily="2"/>
                <a:cs typeface="Mangal" pitchFamily="2"/>
              </a:endParaRPr>
            </a:p>
          </p:txBody>
        </p:sp>
      </p:grpSp>
      <p:sp>
        <p:nvSpPr>
          <p:cNvPr id="19" name="テキスト プレースホルダー 18"/>
          <p:cNvSpPr txBox="1">
            <a:spLocks noGrp="1"/>
          </p:cNvSpPr>
          <p:nvPr>
            <p:ph type="body" idx="1"/>
          </p:nvPr>
        </p:nvSpPr>
        <p:spPr>
          <a:xfrm>
            <a:off x="342717" y="2317683"/>
            <a:ext cx="6171843" cy="65376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500" b="0" i="0" u="none" strike="noStrike" kern="1200" cap="none" spc="0" baseline="0">
          <a:solidFill>
            <a:srgbClr val="000000"/>
          </a:solidFill>
          <a:uFillTx/>
          <a:latin typeface="Calibri Light" pitchFamily="18"/>
          <a:ea typeface="Microsoft YaHei" pitchFamily="2"/>
          <a:cs typeface="Mangal" pitchFamily="2"/>
        </a:defRPr>
      </a:lvl1pPr>
    </p:titleStyle>
    <p:body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None/>
        <a:tabLst/>
        <a:defRPr lang="ja-JP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24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20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18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18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0.wmf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18004" y="-118442"/>
            <a:ext cx="3352318" cy="22428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11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215524" y="-152284"/>
            <a:ext cx="3624123" cy="22788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12"/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343479" y="2003395"/>
            <a:ext cx="1496159" cy="17542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13"/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1078" y="2013115"/>
            <a:ext cx="2556004" cy="17542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5"/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2572563" y="2003395"/>
            <a:ext cx="2757958" cy="175427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Rectangle 35"/>
          <p:cNvSpPr/>
          <p:nvPr/>
        </p:nvSpPr>
        <p:spPr>
          <a:xfrm>
            <a:off x="452518" y="6248881"/>
            <a:ext cx="5076721" cy="155267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Microsoft YaHei" pitchFamily="2"/>
                <a:cs typeface="Calibri Light" pitchFamily="34"/>
              </a:rPr>
              <a:t>TCS</a:t>
            </a:r>
            <a:r>
              <a:rPr lang="zh-CN" sz="4800" b="1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Microsoft YaHei" pitchFamily="2"/>
                <a:cs typeface="Calibri Light" pitchFamily="34"/>
              </a:rPr>
              <a:t>へようこそ！ </a:t>
            </a:r>
            <a:r>
              <a:rPr lang="en-US" sz="4800" b="1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Welcome to TCS</a:t>
            </a:r>
          </a:p>
        </p:txBody>
      </p:sp>
      <p:pic>
        <p:nvPicPr>
          <p:cNvPr id="13" name="Picture 26">
            <a:extLst>
              <a:ext uri="{FF2B5EF4-FFF2-40B4-BE49-F238E27FC236}">
                <a16:creationId xmlns:a16="http://schemas.microsoft.com/office/drawing/2014/main" id="{1FD4C90D-DC34-48A2-87CF-5882399BEA0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lum/>
            <a:alphaModFix/>
          </a:blip>
          <a:srcRect l="48320" t="2841"/>
          <a:stretch/>
        </p:blipFill>
        <p:spPr>
          <a:xfrm>
            <a:off x="5645911" y="9267186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4"/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Right Triangle 25"/>
          <p:cNvSpPr/>
          <p:nvPr/>
        </p:nvSpPr>
        <p:spPr>
          <a:xfrm flipV="1">
            <a:off x="0" y="-7196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pic>
        <p:nvPicPr>
          <p:cNvPr id="5" name="Picture 26"/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18"/>
          <p:cNvSpPr/>
          <p:nvPr/>
        </p:nvSpPr>
        <p:spPr>
          <a:xfrm>
            <a:off x="247632" y="609474"/>
            <a:ext cx="3978362" cy="63900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Customer Executives</a:t>
            </a:r>
          </a:p>
        </p:txBody>
      </p:sp>
      <p:sp>
        <p:nvSpPr>
          <p:cNvPr id="7" name="Rectangle 21"/>
          <p:cNvSpPr/>
          <p:nvPr/>
        </p:nvSpPr>
        <p:spPr>
          <a:xfrm>
            <a:off x="326879" y="1186196"/>
            <a:ext cx="3879360" cy="6227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9" name="Rectangle 14"/>
          <p:cNvSpPr/>
          <p:nvPr/>
        </p:nvSpPr>
        <p:spPr>
          <a:xfrm>
            <a:off x="315233" y="3263222"/>
            <a:ext cx="2052727" cy="96752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TCS Team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libri Light" pitchFamily="18"/>
                <a:ea typeface="Microsoft YaHei" pitchFamily="2"/>
                <a:cs typeface="Calibri Light" pitchFamily="34"/>
              </a:rPr>
              <a:t>Pune &amp; Mumbai</a:t>
            </a:r>
            <a:endParaRPr lang="en-US" sz="3600" b="0" i="0" u="none" strike="noStrike" kern="1200" cap="none" spc="0" baseline="0" dirty="0">
              <a:solidFill>
                <a:schemeClr val="accent5">
                  <a:lumMod val="75000"/>
                </a:schemeClr>
              </a:solidFill>
              <a:uFillTx/>
              <a:latin typeface="Calibri Light" pitchFamily="18"/>
              <a:ea typeface="Microsoft YaHei" pitchFamily="2"/>
              <a:cs typeface="Calibri Light" pitchFamily="34"/>
            </a:endParaRPr>
          </a:p>
        </p:txBody>
      </p:sp>
      <p:sp>
        <p:nvSpPr>
          <p:cNvPr id="10" name="Rectangle 16"/>
          <p:cNvSpPr/>
          <p:nvPr/>
        </p:nvSpPr>
        <p:spPr>
          <a:xfrm>
            <a:off x="228421" y="4230745"/>
            <a:ext cx="6544978" cy="267534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000000"/>
                </a:solidFill>
                <a:ea typeface="Microsoft YaHei"/>
                <a:cs typeface="Mangal"/>
              </a:rPr>
              <a:t>Mr. Prashant </a:t>
            </a:r>
            <a:r>
              <a:rPr lang="en-US" sz="1400" dirty="0" err="1">
                <a:solidFill>
                  <a:srgbClr val="000000"/>
                </a:solidFill>
                <a:ea typeface="Microsoft YaHei"/>
                <a:cs typeface="Mangal"/>
              </a:rPr>
              <a:t>Shirgur</a:t>
            </a:r>
            <a:r>
              <a:rPr lang="en-US" sz="1400" dirty="0">
                <a:solidFill>
                  <a:srgbClr val="000000"/>
                </a:solidFill>
                <a:ea typeface="Microsoft YaHei"/>
                <a:cs typeface="Mangal"/>
              </a:rPr>
              <a:t> – Business Unit Head, Enterprise Solutions Unit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000000"/>
                </a:solidFill>
                <a:ea typeface="Microsoft YaHei"/>
                <a:cs typeface="Mangal"/>
              </a:rPr>
              <a:t>Mr. Vihang Punyarthi – ESU Head, TCS Japan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000000"/>
                </a:solidFill>
                <a:ea typeface="Microsoft YaHei"/>
                <a:cs typeface="Mangal"/>
              </a:rPr>
              <a:t>Mr. Arvind Kumar – Segment Head, Manufacturing, TCS Japan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000000"/>
                </a:solidFill>
                <a:ea typeface="Microsoft YaHei"/>
                <a:cs typeface="Mangal"/>
              </a:rPr>
              <a:t>Mr. Milind Karve – Service Delivery Head &amp; VP, JDC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000000"/>
                </a:solidFill>
                <a:ea typeface="Microsoft YaHei"/>
                <a:cs typeface="Mangal"/>
              </a:rPr>
              <a:t>Mr. Laxmikant Shaligram – Deputy Service Delivery Head &amp; Industry Leader, MFG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000000"/>
                </a:solidFill>
                <a:ea typeface="Microsoft YaHei"/>
                <a:cs typeface="Mangal"/>
              </a:rPr>
              <a:t>Mr. Toru Kawasaki – Consulting Partner, TCS Japan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000000"/>
                </a:solidFill>
                <a:ea typeface="Microsoft YaHei"/>
                <a:cs typeface="Mangal"/>
              </a:rPr>
              <a:t>Mr. Hidetsugu Tamura – Client Partner, TCS Japan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000000"/>
                </a:solidFill>
                <a:ea typeface="Microsoft YaHei"/>
                <a:cs typeface="Mangal"/>
              </a:rPr>
              <a:t>Mr. Mahesh </a:t>
            </a:r>
            <a:r>
              <a:rPr lang="en-US" sz="1400" dirty="0" err="1">
                <a:solidFill>
                  <a:srgbClr val="000000"/>
                </a:solidFill>
                <a:ea typeface="Microsoft YaHei"/>
                <a:cs typeface="Mangal"/>
              </a:rPr>
              <a:t>Gotiwale</a:t>
            </a:r>
            <a:r>
              <a:rPr lang="en-US" sz="1400" dirty="0">
                <a:solidFill>
                  <a:srgbClr val="000000"/>
                </a:solidFill>
                <a:ea typeface="Microsoft YaHei"/>
                <a:cs typeface="Mangal"/>
              </a:rPr>
              <a:t> – Enterprise Architect, ESU, JDC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000000"/>
                </a:solidFill>
                <a:ea typeface="Microsoft YaHei"/>
                <a:cs typeface="Mangal"/>
              </a:rPr>
              <a:t>Ms. Meenakshi Tanksale – Solution Architect, ESU, JDC</a:t>
            </a:r>
          </a:p>
          <a:p>
            <a:pPr>
              <a:buClr>
                <a:srgbClr val="126192"/>
              </a:buClr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latin typeface="Calibri" pitchFamily="18"/>
                <a:ea typeface="Microsoft YaHei" pitchFamily="2"/>
                <a:cs typeface="Mangal" pitchFamily="2"/>
              </a:rPr>
              <a:t>Mr. Avinash Muley – Lead, Presales &amp; Customer Experience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dirty="0">
              <a:solidFill>
                <a:srgbClr val="000000"/>
              </a:solidFill>
              <a:latin typeface="Calibri"/>
              <a:ea typeface="Microsoft YaHei"/>
              <a:cs typeface="Calibri"/>
            </a:endParaRPr>
          </a:p>
          <a:p>
            <a:pPr>
              <a:buClr>
                <a:srgbClr val="126192"/>
              </a:buClr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0" cap="none" spc="0" baseline="0" dirty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</p:txBody>
      </p:sp>
      <p:sp>
        <p:nvSpPr>
          <p:cNvPr id="11" name="Rectangle 21"/>
          <p:cNvSpPr/>
          <p:nvPr/>
        </p:nvSpPr>
        <p:spPr>
          <a:xfrm>
            <a:off x="326879" y="3856115"/>
            <a:ext cx="2031476" cy="6227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85F04936-9BE1-2616-C2B6-988C57CCF8E4}"/>
              </a:ext>
            </a:extLst>
          </p:cNvPr>
          <p:cNvSpPr/>
          <p:nvPr/>
        </p:nvSpPr>
        <p:spPr>
          <a:xfrm>
            <a:off x="247632" y="3439721"/>
            <a:ext cx="6544978" cy="140730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spAutoFit/>
          </a:bodyPr>
          <a:lstStyle/>
          <a:p>
            <a:pPr fontAlgn="t"/>
            <a:endParaRPr lang="en-US" sz="1400" kern="0">
              <a:solidFill>
                <a:srgbClr val="000000"/>
              </a:solidFill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38430B-65A6-6AA5-09C4-30B4D2C42486}"/>
              </a:ext>
            </a:extLst>
          </p:cNvPr>
          <p:cNvSpPr txBox="1"/>
          <p:nvPr/>
        </p:nvSpPr>
        <p:spPr>
          <a:xfrm>
            <a:off x="247632" y="1301931"/>
            <a:ext cx="6026168" cy="102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Mr. Takashi Mineshima - </a:t>
            </a:r>
            <a:r>
              <a:rPr lang="en-US" sz="1400" dirty="0"/>
              <a:t>Vice President &amp; General Manager, IT Unit (Head of IT)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Mr. Kenji Toi </a:t>
            </a:r>
            <a:r>
              <a:rPr lang="en-US" sz="1400" dirty="0"/>
              <a:t>- Vice President, Business Process Design Strategy Division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Mr. Akira </a:t>
            </a:r>
            <a:r>
              <a:rPr lang="en-US" sz="1400" b="1" dirty="0" err="1"/>
              <a:t>Shimodaira</a:t>
            </a:r>
            <a:r>
              <a:rPr lang="en-US" sz="1400" b="1" dirty="0"/>
              <a:t> </a:t>
            </a:r>
            <a:r>
              <a:rPr lang="en-US" sz="1400" dirty="0"/>
              <a:t>- Vice President, Business Process Design Strategy Division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8BEF8-B38C-FB78-6CAC-01EC472F0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>
            <a:extLst>
              <a:ext uri="{FF2B5EF4-FFF2-40B4-BE49-F238E27FC236}">
                <a16:creationId xmlns:a16="http://schemas.microsoft.com/office/drawing/2014/main" id="{BA10315A-3F89-D688-8B71-D228E2125D99}"/>
              </a:ext>
            </a:extLst>
          </p:cNvPr>
          <p:cNvSpPr/>
          <p:nvPr/>
        </p:nvSpPr>
        <p:spPr>
          <a:xfrm>
            <a:off x="436024" y="67303"/>
            <a:ext cx="1768678" cy="63900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AGENDA</a:t>
            </a:r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C95E0E1C-54D1-55BD-5F6E-832843F96880}"/>
              </a:ext>
            </a:extLst>
          </p:cNvPr>
          <p:cNvSpPr/>
          <p:nvPr/>
        </p:nvSpPr>
        <p:spPr>
          <a:xfrm>
            <a:off x="376915" y="769285"/>
            <a:ext cx="2133359" cy="2700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Right Triangle 24">
            <a:extLst>
              <a:ext uri="{FF2B5EF4-FFF2-40B4-BE49-F238E27FC236}">
                <a16:creationId xmlns:a16="http://schemas.microsoft.com/office/drawing/2014/main" id="{3803FACA-0180-E149-F11E-1EBF155B87A0}"/>
              </a:ext>
            </a:extLst>
          </p:cNvPr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6" name="Right Triangle 25">
            <a:extLst>
              <a:ext uri="{FF2B5EF4-FFF2-40B4-BE49-F238E27FC236}">
                <a16:creationId xmlns:a16="http://schemas.microsoft.com/office/drawing/2014/main" id="{CDBD4C2B-1CAC-3EFE-0FF3-645D79494130}"/>
              </a:ext>
            </a:extLst>
          </p:cNvPr>
          <p:cNvSpPr/>
          <p:nvPr/>
        </p:nvSpPr>
        <p:spPr>
          <a:xfrm flipV="1">
            <a:off x="0" y="-5760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pic>
        <p:nvPicPr>
          <p:cNvPr id="9" name="Picture 26">
            <a:extLst>
              <a:ext uri="{FF2B5EF4-FFF2-40B4-BE49-F238E27FC236}">
                <a16:creationId xmlns:a16="http://schemas.microsoft.com/office/drawing/2014/main" id="{F58E4862-DC2A-D33C-6CCC-F449CC3F628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7A97C6-4302-77F9-07E8-A876184FB5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434208"/>
              </p:ext>
            </p:extLst>
          </p:nvPr>
        </p:nvGraphicFramePr>
        <p:xfrm>
          <a:off x="141793" y="2563054"/>
          <a:ext cx="6586265" cy="5706281"/>
        </p:xfrm>
        <a:graphic>
          <a:graphicData uri="http://schemas.openxmlformats.org/drawingml/2006/table">
            <a:tbl>
              <a:tblPr/>
              <a:tblGrid>
                <a:gridCol w="597619">
                  <a:extLst>
                    <a:ext uri="{9D8B030D-6E8A-4147-A177-3AD203B41FA5}">
                      <a16:colId xmlns:a16="http://schemas.microsoft.com/office/drawing/2014/main" val="2211800882"/>
                    </a:ext>
                  </a:extLst>
                </a:gridCol>
                <a:gridCol w="597619">
                  <a:extLst>
                    <a:ext uri="{9D8B030D-6E8A-4147-A177-3AD203B41FA5}">
                      <a16:colId xmlns:a16="http://schemas.microsoft.com/office/drawing/2014/main" val="3754103403"/>
                    </a:ext>
                  </a:extLst>
                </a:gridCol>
                <a:gridCol w="597619">
                  <a:extLst>
                    <a:ext uri="{9D8B030D-6E8A-4147-A177-3AD203B41FA5}">
                      <a16:colId xmlns:a16="http://schemas.microsoft.com/office/drawing/2014/main" val="3923040940"/>
                    </a:ext>
                  </a:extLst>
                </a:gridCol>
                <a:gridCol w="2988099">
                  <a:extLst>
                    <a:ext uri="{9D8B030D-6E8A-4147-A177-3AD203B41FA5}">
                      <a16:colId xmlns:a16="http://schemas.microsoft.com/office/drawing/2014/main" val="3678137587"/>
                    </a:ext>
                  </a:extLst>
                </a:gridCol>
                <a:gridCol w="597619">
                  <a:extLst>
                    <a:ext uri="{9D8B030D-6E8A-4147-A177-3AD203B41FA5}">
                      <a16:colId xmlns:a16="http://schemas.microsoft.com/office/drawing/2014/main" val="1689589847"/>
                    </a:ext>
                  </a:extLst>
                </a:gridCol>
                <a:gridCol w="1207690">
                  <a:extLst>
                    <a:ext uri="{9D8B030D-6E8A-4147-A177-3AD203B41FA5}">
                      <a16:colId xmlns:a16="http://schemas.microsoft.com/office/drawing/2014/main" val="2441334833"/>
                    </a:ext>
                  </a:extLst>
                </a:gridCol>
              </a:tblGrid>
              <a:tr h="292708">
                <a:tc grid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Day - 1 [3</a:t>
                      </a:r>
                      <a:r>
                        <a:rPr lang="en-US" sz="10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rd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December] – Banyan Park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408345"/>
                  </a:ext>
                </a:extLst>
              </a:tr>
              <a:tr h="191423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Start Time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End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Duration (Hrs) 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Agenda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Location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Presenter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316621"/>
                  </a:ext>
                </a:extLst>
              </a:tr>
              <a:tr h="1914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 Time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266596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08:30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09:00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00:30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Hotel to Office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TCS Banyan Park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7653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09:00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09:15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00:15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Entry Formalities + EBC Consent forms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Block-1 Reception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Avinash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032777"/>
                  </a:ext>
                </a:extLst>
              </a:tr>
              <a:tr h="30169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09:15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09:30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00:15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Introduction and Agenda setting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Conf. Room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Shali + Milind + Prashant </a:t>
                      </a:r>
                      <a:r>
                        <a:rPr 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Shirgur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325860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09:30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10:00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00:30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Visit Expectations by Customer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(Tokyo Electron Mid-term plan, expectation from TCS, TEL Vision for next 3-5 years)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Conf. Room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*TEL Members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828328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10:00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11:30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01:30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EBC Tour [ASML, Bridgestone, ZF, AMR Pal picker, </a:t>
                      </a:r>
                      <a:r>
                        <a:rPr lang="en-IN" sz="1000" dirty="0"/>
                        <a:t>MARS DIGITAL WORKFORCE , TAP S2P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]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EBC Block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EBC presenters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304403"/>
                  </a:ext>
                </a:extLst>
              </a:tr>
              <a:tr h="3457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11:30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12:30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SAP Capability session &amp; Case Studies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Conf. Room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Mahesh + Meenakshi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+ Prashant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Shirgur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378225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12:30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13:30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01:00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Lunch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arosh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Villa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577591"/>
                  </a:ext>
                </a:extLst>
              </a:tr>
              <a:tr h="3764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13:30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14:00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ABB Case study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Conf. Room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ABB – Chandrashekhar Ahire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298186"/>
                  </a:ext>
                </a:extLst>
              </a:tr>
              <a:tr h="3764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14:00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14:30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Siemens Case study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Conf. Room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Siemens-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Litin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Chaudhari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223150"/>
                  </a:ext>
                </a:extLst>
              </a:tr>
              <a:tr h="3764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14:30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14:50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0:20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Honeywell Case study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Conf. Room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Honeywell- Yogesh Dixit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73770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14:45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15:00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0:15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Wrap-up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Conf. Room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All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85535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15:00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16:30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Move to Gateway of India for Sight Seeing (See TCS House &amp; Tata House)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326473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16:30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17:15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0:45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ight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Seeing Near Gateway of India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732662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17:15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17:45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Move to Trishna Restaurant -  Seafood Specialty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11498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17:45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19:30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1:45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Dinner at Trishna Restaurant -  Seafood Specialty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By TCSJ -Tamura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458942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19:30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23:30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Travel to Courtyard Mariott, Pune &amp; Check-in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09318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79FC1AA-6175-7A7D-F74E-BB23B7637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457737"/>
              </p:ext>
            </p:extLst>
          </p:nvPr>
        </p:nvGraphicFramePr>
        <p:xfrm>
          <a:off x="141793" y="956846"/>
          <a:ext cx="6586265" cy="1296822"/>
        </p:xfrm>
        <a:graphic>
          <a:graphicData uri="http://schemas.openxmlformats.org/drawingml/2006/table">
            <a:tbl>
              <a:tblPr/>
              <a:tblGrid>
                <a:gridCol w="597619">
                  <a:extLst>
                    <a:ext uri="{9D8B030D-6E8A-4147-A177-3AD203B41FA5}">
                      <a16:colId xmlns:a16="http://schemas.microsoft.com/office/drawing/2014/main" val="1715174293"/>
                    </a:ext>
                  </a:extLst>
                </a:gridCol>
                <a:gridCol w="597619">
                  <a:extLst>
                    <a:ext uri="{9D8B030D-6E8A-4147-A177-3AD203B41FA5}">
                      <a16:colId xmlns:a16="http://schemas.microsoft.com/office/drawing/2014/main" val="2803002205"/>
                    </a:ext>
                  </a:extLst>
                </a:gridCol>
                <a:gridCol w="597619">
                  <a:extLst>
                    <a:ext uri="{9D8B030D-6E8A-4147-A177-3AD203B41FA5}">
                      <a16:colId xmlns:a16="http://schemas.microsoft.com/office/drawing/2014/main" val="2582411015"/>
                    </a:ext>
                  </a:extLst>
                </a:gridCol>
                <a:gridCol w="2988099">
                  <a:extLst>
                    <a:ext uri="{9D8B030D-6E8A-4147-A177-3AD203B41FA5}">
                      <a16:colId xmlns:a16="http://schemas.microsoft.com/office/drawing/2014/main" val="3613680934"/>
                    </a:ext>
                  </a:extLst>
                </a:gridCol>
                <a:gridCol w="597619">
                  <a:extLst>
                    <a:ext uri="{9D8B030D-6E8A-4147-A177-3AD203B41FA5}">
                      <a16:colId xmlns:a16="http://schemas.microsoft.com/office/drawing/2014/main" val="178886956"/>
                    </a:ext>
                  </a:extLst>
                </a:gridCol>
                <a:gridCol w="1207690">
                  <a:extLst>
                    <a:ext uri="{9D8B030D-6E8A-4147-A177-3AD203B41FA5}">
                      <a16:colId xmlns:a16="http://schemas.microsoft.com/office/drawing/2014/main" val="343260082"/>
                    </a:ext>
                  </a:extLst>
                </a:gridCol>
              </a:tblGrid>
              <a:tr h="292708">
                <a:tc grid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Day - 1 [2</a:t>
                      </a:r>
                      <a:r>
                        <a:rPr lang="en-US" sz="10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nd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December] – Hotel ITC Maratha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266031"/>
                  </a:ext>
                </a:extLst>
              </a:tr>
              <a:tr h="191423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Start Time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End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Duration (Hrs) 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Agenda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Location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Presenter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360009"/>
                  </a:ext>
                </a:extLst>
              </a:tr>
              <a:tr h="1914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 Time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882451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18:35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19:30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[NH829] Arrival in Mumbai and Move to ITC Maratha Hotel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Mumbai Airport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84442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20:00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21:30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Dinner at ITC Maratha – By TCSJ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ITC Maratha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Tamura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273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351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8FE64-44D7-2D16-0063-FDB4A407C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>
            <a:extLst>
              <a:ext uri="{FF2B5EF4-FFF2-40B4-BE49-F238E27FC236}">
                <a16:creationId xmlns:a16="http://schemas.microsoft.com/office/drawing/2014/main" id="{2B33BF45-D287-AA9A-07B0-96D96F88D00A}"/>
              </a:ext>
            </a:extLst>
          </p:cNvPr>
          <p:cNvSpPr/>
          <p:nvPr/>
        </p:nvSpPr>
        <p:spPr>
          <a:xfrm>
            <a:off x="436024" y="67303"/>
            <a:ext cx="1768678" cy="63900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AGENDA</a:t>
            </a:r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F7E918C8-5759-2EE2-0DAF-C42B02F914B9}"/>
              </a:ext>
            </a:extLst>
          </p:cNvPr>
          <p:cNvSpPr/>
          <p:nvPr/>
        </p:nvSpPr>
        <p:spPr>
          <a:xfrm>
            <a:off x="376915" y="769285"/>
            <a:ext cx="2133359" cy="2700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Right Triangle 24">
            <a:extLst>
              <a:ext uri="{FF2B5EF4-FFF2-40B4-BE49-F238E27FC236}">
                <a16:creationId xmlns:a16="http://schemas.microsoft.com/office/drawing/2014/main" id="{B665C24C-4BD9-B4AD-9812-2826CE334221}"/>
              </a:ext>
            </a:extLst>
          </p:cNvPr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6" name="Right Triangle 25">
            <a:extLst>
              <a:ext uri="{FF2B5EF4-FFF2-40B4-BE49-F238E27FC236}">
                <a16:creationId xmlns:a16="http://schemas.microsoft.com/office/drawing/2014/main" id="{D40E67DD-B20E-67A8-F5FD-C0D6F846CF01}"/>
              </a:ext>
            </a:extLst>
          </p:cNvPr>
          <p:cNvSpPr/>
          <p:nvPr/>
        </p:nvSpPr>
        <p:spPr>
          <a:xfrm flipV="1">
            <a:off x="0" y="-5760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pic>
        <p:nvPicPr>
          <p:cNvPr id="9" name="Picture 26">
            <a:extLst>
              <a:ext uri="{FF2B5EF4-FFF2-40B4-BE49-F238E27FC236}">
                <a16:creationId xmlns:a16="http://schemas.microsoft.com/office/drawing/2014/main" id="{20DA3EDC-3D3D-111C-9B71-1213E19D4F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FEC383-AC00-C58C-6966-DE6FEF092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856576"/>
              </p:ext>
            </p:extLst>
          </p:nvPr>
        </p:nvGraphicFramePr>
        <p:xfrm>
          <a:off x="141793" y="1064454"/>
          <a:ext cx="6586265" cy="6055291"/>
        </p:xfrm>
        <a:graphic>
          <a:graphicData uri="http://schemas.openxmlformats.org/drawingml/2006/table">
            <a:tbl>
              <a:tblPr/>
              <a:tblGrid>
                <a:gridCol w="597619">
                  <a:extLst>
                    <a:ext uri="{9D8B030D-6E8A-4147-A177-3AD203B41FA5}">
                      <a16:colId xmlns:a16="http://schemas.microsoft.com/office/drawing/2014/main" val="2211800882"/>
                    </a:ext>
                  </a:extLst>
                </a:gridCol>
                <a:gridCol w="597619">
                  <a:extLst>
                    <a:ext uri="{9D8B030D-6E8A-4147-A177-3AD203B41FA5}">
                      <a16:colId xmlns:a16="http://schemas.microsoft.com/office/drawing/2014/main" val="3754103403"/>
                    </a:ext>
                  </a:extLst>
                </a:gridCol>
                <a:gridCol w="597619">
                  <a:extLst>
                    <a:ext uri="{9D8B030D-6E8A-4147-A177-3AD203B41FA5}">
                      <a16:colId xmlns:a16="http://schemas.microsoft.com/office/drawing/2014/main" val="3923040940"/>
                    </a:ext>
                  </a:extLst>
                </a:gridCol>
                <a:gridCol w="2379117">
                  <a:extLst>
                    <a:ext uri="{9D8B030D-6E8A-4147-A177-3AD203B41FA5}">
                      <a16:colId xmlns:a16="http://schemas.microsoft.com/office/drawing/2014/main" val="3678137587"/>
                    </a:ext>
                  </a:extLst>
                </a:gridCol>
                <a:gridCol w="1206601">
                  <a:extLst>
                    <a:ext uri="{9D8B030D-6E8A-4147-A177-3AD203B41FA5}">
                      <a16:colId xmlns:a16="http://schemas.microsoft.com/office/drawing/2014/main" val="1689589847"/>
                    </a:ext>
                  </a:extLst>
                </a:gridCol>
                <a:gridCol w="1207690">
                  <a:extLst>
                    <a:ext uri="{9D8B030D-6E8A-4147-A177-3AD203B41FA5}">
                      <a16:colId xmlns:a16="http://schemas.microsoft.com/office/drawing/2014/main" val="2441334833"/>
                    </a:ext>
                  </a:extLst>
                </a:gridCol>
              </a:tblGrid>
              <a:tr h="292708">
                <a:tc grid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Day - 2 [4</a:t>
                      </a:r>
                      <a:r>
                        <a:rPr lang="en-US" sz="10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th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December] -  Sahyadri Park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408345"/>
                  </a:ext>
                </a:extLst>
              </a:tr>
              <a:tr h="191423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Start Time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End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Duration (Hrs) 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Agenda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Location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Presenter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316621"/>
                  </a:ext>
                </a:extLst>
              </a:tr>
              <a:tr h="1914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 Time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266596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08:30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09:00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Hotel to Office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TCS SP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7653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09:00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09:15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0:15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Entry Formalities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Gate-2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032777"/>
                  </a:ext>
                </a:extLst>
              </a:tr>
              <a:tr h="30169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09:15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09:30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0:15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Welcome, Introduction and Agenda setting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S2 Boardroom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All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325860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09:30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10:30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Tech SS Capabilities and cases 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Display" panose="020B0004020202020204" pitchFamily="34" charset="0"/>
                        </a:rPr>
                        <a:t>[ASML Case study] 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S2 Boardroom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Ravi </a:t>
                      </a:r>
                      <a:r>
                        <a:rPr lang="en-IN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Alavandi</a:t>
                      </a: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 &amp;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JOGDAND BALASAB PATIL (JB Patil)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828328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10:30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11:00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Japan SAP AMS session (Ebara, Kubota &amp; Nissha etc.)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S2 Boardroom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Vihang/ </a:t>
                      </a:r>
                      <a:r>
                        <a:rPr 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Shinabe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san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302415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10:30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11:15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MC Floor Walk [AMS Focus &amp; S/4 Hana upgrade]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S3, 2F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Sunil Gaikwad + Sanjay Shinde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304403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11:15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11:30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0:15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Break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S2 Boardroom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577591"/>
                  </a:ext>
                </a:extLst>
              </a:tr>
              <a:tr h="3764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11:30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12:15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0:45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Service Desk Capability session 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[Cargill Floor walk]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S2, 7F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Avinash Shrivastava &amp; Unmesh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216092"/>
                  </a:ext>
                </a:extLst>
              </a:tr>
              <a:tr h="3764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12:15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12:45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PRISM Walk through 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S3 1F, PRISM ODC</a:t>
                      </a:r>
                    </a:p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Unmesh + Purva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298186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12:45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13:45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01:00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Lunch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S2 ECR2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732662"/>
                  </a:ext>
                </a:extLst>
              </a:tr>
              <a:tr h="3764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13:45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14:30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0:45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IoTDE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Lab Visit  – Advance electronics usage in autonomous vehicles and demos (relevance to TEL)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S1 GF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IotDE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team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454203"/>
                  </a:ext>
                </a:extLst>
              </a:tr>
              <a:tr h="3764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14:30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14:50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00:20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Hikari Academy Walkthrough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S2 GF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Nivedita / Sagar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969713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14:50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15:00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00:10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Break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S2 Boardroom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883708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15:00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16:30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BPS Capability Session (Finance &amp; Accounting &amp; HR operations Session, Supply chain BPS)</a:t>
                      </a:r>
                    </a:p>
                    <a:p>
                      <a:pPr algn="l" rtl="0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- Bekaert Floor walk (F&amp;A)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S2 Boardroom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Sudha, Ganesh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Sangeeta – HRO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Shyamkumar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Thampi – Bekaert (F&amp;A)</a:t>
                      </a:r>
                    </a:p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298887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16:30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17:30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Cyber Security Session &amp; SOC Floor walk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S2 Boardroom + S2 7F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Piyush + Pune SOC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079365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17:30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18:00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00:30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Wrap-up 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S2 Boardroom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All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42938"/>
                  </a:ext>
                </a:extLst>
              </a:tr>
              <a:tr h="2935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18:30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21:00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Dinner at Vivanta Hotel - 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 Display" panose="020B0004020202020204" pitchFamily="34" charset="0"/>
                        </a:rPr>
                        <a:t>BTC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Vivanta – Mynt/Wink</a:t>
                      </a:r>
                      <a:endParaRPr lang="en-IN" sz="1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41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158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52EB0-C4D5-3952-E4F5-7C0EEDADD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>
            <a:extLst>
              <a:ext uri="{FF2B5EF4-FFF2-40B4-BE49-F238E27FC236}">
                <a16:creationId xmlns:a16="http://schemas.microsoft.com/office/drawing/2014/main" id="{20B3B595-1D36-96D1-4113-C64FA1383B85}"/>
              </a:ext>
            </a:extLst>
          </p:cNvPr>
          <p:cNvSpPr/>
          <p:nvPr/>
        </p:nvSpPr>
        <p:spPr>
          <a:xfrm>
            <a:off x="436024" y="67303"/>
            <a:ext cx="1768678" cy="63900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AGENDA</a:t>
            </a:r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416869C0-7756-98B6-3161-1AE66BE11EB5}"/>
              </a:ext>
            </a:extLst>
          </p:cNvPr>
          <p:cNvSpPr/>
          <p:nvPr/>
        </p:nvSpPr>
        <p:spPr>
          <a:xfrm>
            <a:off x="376915" y="769285"/>
            <a:ext cx="2133359" cy="2700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Right Triangle 24">
            <a:extLst>
              <a:ext uri="{FF2B5EF4-FFF2-40B4-BE49-F238E27FC236}">
                <a16:creationId xmlns:a16="http://schemas.microsoft.com/office/drawing/2014/main" id="{A43B953C-A486-06E2-F6C4-95F33AFD9F78}"/>
              </a:ext>
            </a:extLst>
          </p:cNvPr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6" name="Right Triangle 25">
            <a:extLst>
              <a:ext uri="{FF2B5EF4-FFF2-40B4-BE49-F238E27FC236}">
                <a16:creationId xmlns:a16="http://schemas.microsoft.com/office/drawing/2014/main" id="{915631C6-1D49-CD51-1409-C90712ADF8F2}"/>
              </a:ext>
            </a:extLst>
          </p:cNvPr>
          <p:cNvSpPr/>
          <p:nvPr/>
        </p:nvSpPr>
        <p:spPr>
          <a:xfrm flipV="1">
            <a:off x="0" y="-5760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pic>
        <p:nvPicPr>
          <p:cNvPr id="9" name="Picture 26">
            <a:extLst>
              <a:ext uri="{FF2B5EF4-FFF2-40B4-BE49-F238E27FC236}">
                <a16:creationId xmlns:a16="http://schemas.microsoft.com/office/drawing/2014/main" id="{EBC7125A-F155-B953-9AFE-A5D56D388B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3ED720-1653-05E8-B3CB-408FCB016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619629"/>
              </p:ext>
            </p:extLst>
          </p:nvPr>
        </p:nvGraphicFramePr>
        <p:xfrm>
          <a:off x="141793" y="1064454"/>
          <a:ext cx="6586265" cy="3444907"/>
        </p:xfrm>
        <a:graphic>
          <a:graphicData uri="http://schemas.openxmlformats.org/drawingml/2006/table">
            <a:tbl>
              <a:tblPr/>
              <a:tblGrid>
                <a:gridCol w="597619">
                  <a:extLst>
                    <a:ext uri="{9D8B030D-6E8A-4147-A177-3AD203B41FA5}">
                      <a16:colId xmlns:a16="http://schemas.microsoft.com/office/drawing/2014/main" val="2211800882"/>
                    </a:ext>
                  </a:extLst>
                </a:gridCol>
                <a:gridCol w="597619">
                  <a:extLst>
                    <a:ext uri="{9D8B030D-6E8A-4147-A177-3AD203B41FA5}">
                      <a16:colId xmlns:a16="http://schemas.microsoft.com/office/drawing/2014/main" val="3754103403"/>
                    </a:ext>
                  </a:extLst>
                </a:gridCol>
                <a:gridCol w="597619">
                  <a:extLst>
                    <a:ext uri="{9D8B030D-6E8A-4147-A177-3AD203B41FA5}">
                      <a16:colId xmlns:a16="http://schemas.microsoft.com/office/drawing/2014/main" val="3923040940"/>
                    </a:ext>
                  </a:extLst>
                </a:gridCol>
                <a:gridCol w="2988099">
                  <a:extLst>
                    <a:ext uri="{9D8B030D-6E8A-4147-A177-3AD203B41FA5}">
                      <a16:colId xmlns:a16="http://schemas.microsoft.com/office/drawing/2014/main" val="3678137587"/>
                    </a:ext>
                  </a:extLst>
                </a:gridCol>
                <a:gridCol w="597619">
                  <a:extLst>
                    <a:ext uri="{9D8B030D-6E8A-4147-A177-3AD203B41FA5}">
                      <a16:colId xmlns:a16="http://schemas.microsoft.com/office/drawing/2014/main" val="1689589847"/>
                    </a:ext>
                  </a:extLst>
                </a:gridCol>
                <a:gridCol w="1207690">
                  <a:extLst>
                    <a:ext uri="{9D8B030D-6E8A-4147-A177-3AD203B41FA5}">
                      <a16:colId xmlns:a16="http://schemas.microsoft.com/office/drawing/2014/main" val="2441334833"/>
                    </a:ext>
                  </a:extLst>
                </a:gridCol>
              </a:tblGrid>
              <a:tr h="292708">
                <a:tc grid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Day - 3 [ 5</a:t>
                      </a:r>
                      <a:r>
                        <a:rPr lang="en-US" sz="10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th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December) – SP-2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408345"/>
                  </a:ext>
                </a:extLst>
              </a:tr>
              <a:tr h="191423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Start Time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End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Duration (Hrs) 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Agenda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Location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Presenter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316621"/>
                  </a:ext>
                </a:extLst>
              </a:tr>
              <a:tr h="1914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 Time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266596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08:30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09:00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00:30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Hotel to Office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TCS SP2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7653"/>
                  </a:ext>
                </a:extLst>
              </a:tr>
              <a:tr h="26820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09:00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09:15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00:15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Entry Formalities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Tower-1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Avinash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032777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9:15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10:15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Project Status Updates? – SAP Assessment update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Tower-1, 11</a:t>
                      </a:r>
                      <a:r>
                        <a:rPr lang="en-US" sz="1000" b="0" i="0" u="none" strike="noStrike" kern="1200" baseline="300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 Floor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Vihang / Yoshimatsu </a:t>
                      </a:r>
                      <a:r>
                        <a:rPr 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san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753923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10:15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10:30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0:15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JDC Floor walk for SAP accounts. (DMS)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Tower-1, 9</a:t>
                      </a:r>
                      <a:r>
                        <a:rPr lang="en-US" sz="1000" b="0" i="0" u="none" strike="noStrike" kern="1200" baseline="300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 Floor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Shali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460650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11:00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JLR Case Study [ Infra &amp; AMS]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Tower-1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Amit Prabhudesai/ Amol Kale /Anchal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Badariya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828328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11:00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11:45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0:45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AI COE Capability Session &amp; Demos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Tower-1, 11</a:t>
                      </a:r>
                      <a:r>
                        <a:rPr lang="en-US" sz="1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Floor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Shali/ AI COE team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304403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11:45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12:15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Wrap-up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Tower-1, 11</a:t>
                      </a:r>
                      <a:r>
                        <a:rPr lang="en-US" sz="1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Floor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All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683112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12:15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13:00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0:45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Lunch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Concourse EDR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577591"/>
                  </a:ext>
                </a:extLst>
              </a:tr>
              <a:tr h="2935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13:00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17:00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Travel to Mumbai Airport[Food Court on the way]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41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7212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5601680"/>
            <a:ext cx="6934996" cy="4334170"/>
            <a:chOff x="0" y="5648030"/>
            <a:chExt cx="6946073" cy="4334170"/>
          </a:xfrm>
        </p:grpSpPr>
        <p:grpSp>
          <p:nvGrpSpPr>
            <p:cNvPr id="15" name="Group 14"/>
            <p:cNvGrpSpPr/>
            <p:nvPr/>
          </p:nvGrpSpPr>
          <p:grpSpPr>
            <a:xfrm>
              <a:off x="0" y="5648030"/>
              <a:ext cx="6946073" cy="4290600"/>
              <a:chOff x="-6367712" y="4352465"/>
              <a:chExt cx="7445342" cy="4834957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-6333624" y="4352465"/>
                <a:ext cx="7411254" cy="4834957"/>
                <a:chOff x="1087709" y="4994844"/>
                <a:chExt cx="7411254" cy="4834957"/>
              </a:xfrm>
            </p:grpSpPr>
            <p:pic>
              <p:nvPicPr>
                <p:cNvPr id="28" name="Picture 27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135333" y="4994844"/>
                  <a:ext cx="3363630" cy="1986141"/>
                </a:xfrm>
                <a:prstGeom prst="rect">
                  <a:avLst/>
                </a:prstGeom>
              </p:spPr>
            </p:pic>
            <p:pic>
              <p:nvPicPr>
                <p:cNvPr id="29" name="Picture 28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45345" y="8438944"/>
                  <a:ext cx="2536655" cy="1364581"/>
                </a:xfrm>
                <a:prstGeom prst="rect">
                  <a:avLst/>
                </a:prstGeom>
              </p:spPr>
            </p:pic>
            <p:pic>
              <p:nvPicPr>
                <p:cNvPr id="30" name="Picture 29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22454" y="7010400"/>
                  <a:ext cx="2264771" cy="1428544"/>
                </a:xfrm>
                <a:prstGeom prst="rect">
                  <a:avLst/>
                </a:prstGeom>
              </p:spPr>
            </p:pic>
            <p:pic>
              <p:nvPicPr>
                <p:cNvPr id="31" name="Picture 30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96238" y="6980984"/>
                  <a:ext cx="2770123" cy="1541533"/>
                </a:xfrm>
                <a:prstGeom prst="rect">
                  <a:avLst/>
                </a:prstGeom>
              </p:spPr>
            </p:pic>
            <p:pic>
              <p:nvPicPr>
                <p:cNvPr id="32" name="Picture 31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10000" y="8449464"/>
                  <a:ext cx="2008197" cy="1380336"/>
                </a:xfrm>
                <a:prstGeom prst="rect">
                  <a:avLst/>
                </a:prstGeom>
              </p:spPr>
            </p:pic>
            <p:pic>
              <p:nvPicPr>
                <p:cNvPr id="33" name="Picture 32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7709" y="8066025"/>
                  <a:ext cx="2758194" cy="1763776"/>
                </a:xfrm>
                <a:prstGeom prst="rect">
                  <a:avLst/>
                </a:prstGeom>
              </p:spPr>
            </p:pic>
          </p:grpSp>
          <p:sp>
            <p:nvSpPr>
              <p:cNvPr id="21" name="Right Triangle 20"/>
              <p:cNvSpPr/>
              <p:nvPr/>
            </p:nvSpPr>
            <p:spPr>
              <a:xfrm rot="5400000">
                <a:off x="-5607082" y="3591838"/>
                <a:ext cx="4780530" cy="6301790"/>
              </a:xfrm>
              <a:prstGeom prst="rtTriangl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Right Triangle 15"/>
            <p:cNvSpPr/>
            <p:nvPr/>
          </p:nvSpPr>
          <p:spPr>
            <a:xfrm flipH="1">
              <a:off x="4483100" y="8077200"/>
              <a:ext cx="2374900" cy="1869742"/>
            </a:xfrm>
            <a:prstGeom prst="rtTriangle">
              <a:avLst/>
            </a:prstGeom>
            <a:solidFill>
              <a:srgbClr val="078E8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/>
            <p:cNvSpPr/>
            <p:nvPr/>
          </p:nvSpPr>
          <p:spPr>
            <a:xfrm rot="5400000">
              <a:off x="-292608" y="8139572"/>
              <a:ext cx="2135236" cy="1550020"/>
            </a:xfrm>
            <a:prstGeom prst="triangle">
              <a:avLst/>
            </a:prstGeom>
            <a:solidFill>
              <a:srgbClr val="1261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ight Triangle 17"/>
            <p:cNvSpPr/>
            <p:nvPr/>
          </p:nvSpPr>
          <p:spPr>
            <a:xfrm flipH="1">
              <a:off x="5367848" y="8789427"/>
              <a:ext cx="1484313" cy="1168589"/>
            </a:xfrm>
            <a:prstGeom prst="rtTriangle">
              <a:avLst/>
            </a:prstGeom>
            <a:solidFill>
              <a:srgbClr val="078E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ight Triangle 24"/>
          <p:cNvSpPr/>
          <p:nvPr/>
        </p:nvSpPr>
        <p:spPr>
          <a:xfrm flipV="1">
            <a:off x="0" y="-3"/>
            <a:ext cx="637186" cy="501652"/>
          </a:xfrm>
          <a:prstGeom prst="rtTriangle">
            <a:avLst/>
          </a:prstGeom>
          <a:solidFill>
            <a:srgbClr val="1261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Triangle 25"/>
          <p:cNvSpPr/>
          <p:nvPr/>
        </p:nvSpPr>
        <p:spPr>
          <a:xfrm flipV="1">
            <a:off x="0" y="-1"/>
            <a:ext cx="457201" cy="359951"/>
          </a:xfrm>
          <a:prstGeom prst="rtTriangle">
            <a:avLst/>
          </a:prstGeom>
          <a:solidFill>
            <a:srgbClr val="078E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051" y="1507658"/>
            <a:ext cx="4620966" cy="2310483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9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9" y="2721844"/>
            <a:ext cx="1582477" cy="1582477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840066" y="4344611"/>
            <a:ext cx="4666885" cy="492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3200" b="1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ありがとうございました</a:t>
            </a:r>
            <a:r>
              <a:rPr kumimoji="0" lang="ja-JP" altLang="en-US" sz="1000" b="1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 </a:t>
            </a:r>
            <a:endParaRPr kumimoji="0" lang="ja-JP" altLang="en-US" sz="3200" b="1" i="0" u="none" strike="noStrike" cap="none" normalizeH="0" baseline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2" name="Picture 26">
            <a:extLst>
              <a:ext uri="{FF2B5EF4-FFF2-40B4-BE49-F238E27FC236}">
                <a16:creationId xmlns:a16="http://schemas.microsoft.com/office/drawing/2014/main" id="{83112E88-2C7F-441F-AA90-9AE34BE7939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47396778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D7931A421C4B42B75EB81AB90257FF" ma:contentTypeVersion="3" ma:contentTypeDescription="Create a new document." ma:contentTypeScope="" ma:versionID="2cc3e1f9ecd1de2b3f96eb5d2966dc8c">
  <xsd:schema xmlns:xsd="http://www.w3.org/2001/XMLSchema" xmlns:xs="http://www.w3.org/2001/XMLSchema" xmlns:p="http://schemas.microsoft.com/office/2006/metadata/properties" xmlns:ns2="0fd6c2ee-7a42-4096-bee0-7566b19b8388" targetNamespace="http://schemas.microsoft.com/office/2006/metadata/properties" ma:root="true" ma:fieldsID="9adb38b5bb7337dbe1890ad4b961913c" ns2:_="">
    <xsd:import namespace="0fd6c2ee-7a42-4096-bee0-7566b19b83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d6c2ee-7a42-4096-bee0-7566b19b83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C77780-A02C-44E8-A942-CF113F8CCED5}">
  <ds:schemaRefs>
    <ds:schemaRef ds:uri="http://schemas.microsoft.com/office/2006/documentManagement/types"/>
    <ds:schemaRef ds:uri="http://purl.org/dc/terms/"/>
    <ds:schemaRef ds:uri="http://schemas.microsoft.com/office/infopath/2007/PartnerControls"/>
    <ds:schemaRef ds:uri="c8226fdf-63bc-4a3c-8d93-a7b04695c001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A778FA9-17CA-41EC-8B2D-5DBBF07DF710}"/>
</file>

<file path=customXml/itemProps3.xml><?xml version="1.0" encoding="utf-8"?>
<ds:datastoreItem xmlns:ds="http://schemas.openxmlformats.org/officeDocument/2006/customXml" ds:itemID="{39F201E5-5FF5-4B66-AD57-6A5A03668CB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18042</TotalTime>
  <Words>934</Words>
  <Application>Microsoft Office PowerPoint</Application>
  <PresentationFormat>A4 Paper (210x297 mm)</PresentationFormat>
  <Paragraphs>319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Microsoft YaHei</vt:lpstr>
      <vt:lpstr>Yu Gothic</vt:lpstr>
      <vt:lpstr>Aptos Display</vt:lpstr>
      <vt:lpstr>Arial</vt:lpstr>
      <vt:lpstr>Calibri</vt:lpstr>
      <vt:lpstr>Calibri Light</vt:lpstr>
      <vt:lpstr>inherit</vt:lpstr>
      <vt:lpstr>StarSymbol</vt:lpstr>
      <vt:lpstr>Times New Roman</vt:lpstr>
      <vt:lpstr>Default</vt:lpstr>
      <vt:lpstr>Default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Tomoko Wada</dc:creator>
  <cp:lastModifiedBy>Avinash Muley</cp:lastModifiedBy>
  <cp:revision>6</cp:revision>
  <cp:lastPrinted>2023-05-24T09:27:22Z</cp:lastPrinted>
  <dcterms:modified xsi:type="dcterms:W3CDTF">2025-11-24T20:14:28Z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0x010100ECD7931A421C4B42B75EB81AB90257FF</vt:lpwstr>
  </property>
</Properties>
</file>